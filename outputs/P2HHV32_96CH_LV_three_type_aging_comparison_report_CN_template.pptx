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e9308b9729461a" /><Relationship Type="http://schemas.openxmlformats.org/officeDocument/2006/relationships/extended-properties" Target="/docProps/app.xml" Id="Rfa79939244af48aa" /><Relationship Type="http://schemas.openxmlformats.org/officeDocument/2006/relationships/officeDocument" Target="/ppt/presentation.xml" Id="R57dcfc6f018545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8c8be9b54b4519"/>
    <p:sldMasterId xmlns:r="http://schemas.openxmlformats.org/officeDocument/2006/relationships" id="2147483662" r:id="Rb9d7613593b0418b"/>
  </p:sldMasterIdLst>
  <p:notesMasterIdLst>
    <p:notesMasterId xmlns:r="http://schemas.openxmlformats.org/officeDocument/2006/relationships" r:id="R35a372d062d44c40"/>
  </p:notesMasterIdLst>
  <p:sldIdLst>
    <p:sldId xmlns:r="http://schemas.openxmlformats.org/officeDocument/2006/relationships" id="256" r:id="Rcf7ce56267074103"/>
    <p:sldId xmlns:r="http://schemas.openxmlformats.org/officeDocument/2006/relationships" id="257" r:id="Rab287b47e97143af"/>
    <p:sldId xmlns:r="http://schemas.openxmlformats.org/officeDocument/2006/relationships" id="258" r:id="R1a750c9148bd4ae3"/>
    <p:sldId xmlns:r="http://schemas.openxmlformats.org/officeDocument/2006/relationships" id="259" r:id="Rc6f5a80aae3d4f96"/>
    <p:sldId xmlns:r="http://schemas.openxmlformats.org/officeDocument/2006/relationships" id="260" r:id="Ra44aca70659e4619"/>
    <p:sldId xmlns:r="http://schemas.openxmlformats.org/officeDocument/2006/relationships" id="261" r:id="R83ed1f1af2104c17"/>
    <p:sldId xmlns:r="http://schemas.openxmlformats.org/officeDocument/2006/relationships" id="262" r:id="R746f7d119621450d"/>
    <p:sldId xmlns:r="http://schemas.openxmlformats.org/officeDocument/2006/relationships" id="263" r:id="R77c8d921395641ee"/>
    <p:sldId xmlns:r="http://schemas.openxmlformats.org/officeDocument/2006/relationships" id="264" r:id="R20ccd118257b46f3"/>
    <p:sldId xmlns:r="http://schemas.openxmlformats.org/officeDocument/2006/relationships" id="265" r:id="R0635d38e7c0d4187"/>
    <p:sldId xmlns:r="http://schemas.openxmlformats.org/officeDocument/2006/relationships" id="266" r:id="R18255ee1c4014242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181a47b5dc440f" /><Relationship Type="http://schemas.openxmlformats.org/officeDocument/2006/relationships/slideMaster" Target="/ppt/slideMasters/slideMaster1.xml" Id="R208c8be9b54b4519" /><Relationship Type="http://schemas.openxmlformats.org/officeDocument/2006/relationships/slideMaster" Target="/ppt/slideMasters/slideMaster2.xml" Id="Rb9d7613593b0418b" /><Relationship Type="http://schemas.openxmlformats.org/officeDocument/2006/relationships/notesMaster" Target="/ppt/notesMasters/notesMaster1.xml" Id="R35a372d062d44c40" /><Relationship Type="http://schemas.openxmlformats.org/officeDocument/2006/relationships/presProps" Target="/ppt/presProps.xml" Id="R0f89543a2da74937" /><Relationship Type="http://schemas.openxmlformats.org/officeDocument/2006/relationships/tableStyles" Target="/ppt/tableStyles.xml" Id="R85cfab77929948e8" /><Relationship Type="http://schemas.openxmlformats.org/officeDocument/2006/relationships/slide" Target="/ppt/slides/slide1.xml" Id="Rcf7ce56267074103" /><Relationship Type="http://schemas.openxmlformats.org/officeDocument/2006/relationships/slide" Target="/ppt/slides/slide2.xml" Id="Rab287b47e97143af" /><Relationship Type="http://schemas.openxmlformats.org/officeDocument/2006/relationships/slide" Target="/ppt/slides/slide3.xml" Id="R1a750c9148bd4ae3" /><Relationship Type="http://schemas.openxmlformats.org/officeDocument/2006/relationships/slide" Target="/ppt/slides/slide4.xml" Id="Rc6f5a80aae3d4f96" /><Relationship Type="http://schemas.openxmlformats.org/officeDocument/2006/relationships/slide" Target="/ppt/slides/slide5.xml" Id="Ra44aca70659e4619" /><Relationship Type="http://schemas.openxmlformats.org/officeDocument/2006/relationships/slide" Target="/ppt/slides/slide6.xml" Id="R83ed1f1af2104c17" /><Relationship Type="http://schemas.openxmlformats.org/officeDocument/2006/relationships/slide" Target="/ppt/slides/slide7.xml" Id="R746f7d119621450d" /><Relationship Type="http://schemas.openxmlformats.org/officeDocument/2006/relationships/slide" Target="/ppt/slides/slide8.xml" Id="R77c8d921395641ee" /><Relationship Type="http://schemas.openxmlformats.org/officeDocument/2006/relationships/slide" Target="/ppt/slides/slide9.xml" Id="R20ccd118257b46f3" /><Relationship Type="http://schemas.openxmlformats.org/officeDocument/2006/relationships/slide" Target="/ppt/slides/slide10.xml" Id="R0635d38e7c0d4187" /><Relationship Type="http://schemas.openxmlformats.org/officeDocument/2006/relationships/slide" Target="/ppt/slides/slide11.xml" Id="R18255ee1c40142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7fb7865bedf4c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102f79788249ed" /><Relationship Type="http://schemas.openxmlformats.org/officeDocument/2006/relationships/notesMaster" Target="/ppt/notesMasters/notesMaster1.xml" Id="Rfc33e4c6688345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0bd49e1ade44c6" /><Relationship Type="http://schemas.openxmlformats.org/officeDocument/2006/relationships/notesMaster" Target="/ppt/notesMasters/notesMaster1.xml" Id="R0dc5673fa5da47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f3207d7af04538" /><Relationship Type="http://schemas.openxmlformats.org/officeDocument/2006/relationships/notesMaster" Target="/ppt/notesMasters/notesMaster1.xml" Id="Rfda66c5d2d0044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943033217143d2" /><Relationship Type="http://schemas.openxmlformats.org/officeDocument/2006/relationships/notesMaster" Target="/ppt/notesMasters/notesMaster1.xml" Id="Rc26dbab5be5a44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399ac34ed14867" /><Relationship Type="http://schemas.openxmlformats.org/officeDocument/2006/relationships/notesMaster" Target="/ppt/notesMasters/notesMaster1.xml" Id="R578fdcdf2ae74b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ded949acc74a42" /><Relationship Type="http://schemas.openxmlformats.org/officeDocument/2006/relationships/notesMaster" Target="/ppt/notesMasters/notesMaster1.xml" Id="R283c4805db1148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74de53905c4847" /><Relationship Type="http://schemas.openxmlformats.org/officeDocument/2006/relationships/notesMaster" Target="/ppt/notesMasters/notesMaster1.xml" Id="Rf1265ac0612f4e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9fbf84663f40fa" /><Relationship Type="http://schemas.openxmlformats.org/officeDocument/2006/relationships/notesMaster" Target="/ppt/notesMasters/notesMaster1.xml" Id="R40455551d4054e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7439d4922449fc" /><Relationship Type="http://schemas.openxmlformats.org/officeDocument/2006/relationships/notesMaster" Target="/ppt/notesMasters/notesMaster1.xml" Id="R7eb30178cde74b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d8a0c8a77f41cc" /><Relationship Type="http://schemas.openxmlformats.org/officeDocument/2006/relationships/notesMaster" Target="/ppt/notesMasters/notesMaster1.xml" Id="R27aa41fef9c042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c4db8879884acb" /><Relationship Type="http://schemas.openxmlformats.org/officeDocument/2006/relationships/notesMaster" Target="/ppt/notesMasters/notesMaster1.xml" Id="Rf8fc1fb1866041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791f02c0f41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97b9857a941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279b2e04b44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d186b9f8b49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b5d0f5ec548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db3a49f03425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5f8449846406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e4b77021442c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42caf05134af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297e8c01341f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7ef85609a40e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b3907ea3e428f" /><Relationship Type="http://schemas.openxmlformats.org/officeDocument/2006/relationships/image" Target="/ppt/media/image.png" Id="R28aa616119ad432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6722fda5aa4b50" /><Relationship Type="http://schemas.openxmlformats.org/officeDocument/2006/relationships/image" Target="/ppt/media/image.png" Id="R1c6ca138276d4e7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e2a40d146f461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2c5eed08f8401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960627143b4df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f1d3c34a2f451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425078f0e34f5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117f5586184da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0ed8f2dc8d4c6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d68c8fc7794f83" /><Relationship Type="http://schemas.openxmlformats.org/officeDocument/2006/relationships/image" Target="/ppt/media/image2.png" Id="R31baaa2f4e93420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1e4984711e4c4a" /><Relationship Type="http://schemas.openxmlformats.org/officeDocument/2006/relationships/image" Target="/ppt/media/image2.png" Id="Rd6af7b3be7834895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cd19d06929d4688" /><Relationship Type="http://schemas.openxmlformats.org/officeDocument/2006/relationships/image" Target="/ppt/media/image2.png" Id="R53a462ee7c6a4b9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2848007c9e4e5e" /><Relationship Type="http://schemas.openxmlformats.org/officeDocument/2006/relationships/image" Target="/ppt/media/image2.png" Id="R575f22cc12844608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73eac66e7343e6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2926B632-F988-40D4-B879-3F77D4E4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246400" y="4245925"/>
            <a:ext cx="897600" cy="8976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1022BE07-75C5-413E-A6C1-B8ABC948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246400" y="4245875"/>
            <a:ext cx="897600" cy="897600"/>
          </a:xfrm>
          <a:prstGeom xmlns:a="http://schemas.openxmlformats.org/drawingml/2006/main" prst="round1Rect">
            <a:avLst>
              <a:gd name="adj" fmla="val 16667"/>
            </a:avLst>
          </a:prstGeom>
          <a:solidFill xmlns:a="http://schemas.openxmlformats.org/drawingml/2006/main">
            <a:schemeClr val="lt1">
              <a:alpha val="6808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765169A0-9A27-4E5F-A371-02A9D43AC3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0525" y="1819275"/>
            <a:ext cx="8222100" cy="9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7D22DD9A-83B9-454D-B6FB-C1B93FE83F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0525" y="2789130"/>
            <a:ext cx="8222100" cy="43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1CD26364-5E9C-489D-A242-DBA64D17A5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2DFDC9B7-C8C6-4D41-9E65-AE693786A1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950" y="2065350"/>
            <a:ext cx="8222100" cy="101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7249E2FD-342D-46FA-A6AE-3103D29512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FE0BB43-2B7B-42C6-9A2A-9CAA6EC3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0" y="1686000"/>
            <a:ext cx="9144000" cy="3457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DF11D85C-AEB6-4428-B9EC-238A8C14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86000"/>
            <a:ext cx="9144000" cy="108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7909723E-CF39-40B1-AAD7-9A3537D21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1900" y="738725"/>
            <a:ext cx="8222100" cy="76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864BFEF9-D61C-4CB2-BB36-41AF39E7E1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1900" y="1919075"/>
            <a:ext cx="8222100" cy="271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22AE53B8-76F1-4049-A1D7-6588F1CE55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B50D7A84-6295-4467-8B03-741A60AA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0" y="1686000"/>
            <a:ext cx="9144000" cy="3457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51591441-12D3-418D-8CA3-F5004762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86000"/>
            <a:ext cx="9144000" cy="108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59CED401-90A9-48B1-AC30-FDDE976313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1900" y="738725"/>
            <a:ext cx="8222100" cy="76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88B2A23B-FBAE-4558-9120-DDC4AE2BAB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1900" y="1919075"/>
            <a:ext cx="3999900" cy="271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139722C5-D707-45CC-A67C-88D39F241B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94250" y="1919075"/>
            <a:ext cx="3999900" cy="271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731FE0F1-B578-4354-9350-A31070A52A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8DB9A8CF-73B1-45A0-8D3F-04AB8B58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0" y="656400"/>
            <a:ext cx="9144000" cy="4487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CF8B942F-C0CC-48B7-93B7-39E2C26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350"/>
            <a:ext cx="9144000" cy="108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7C736D48-2BDE-481D-B2DB-EEB73E5CE5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50" y="16350"/>
            <a:ext cx="8826600" cy="60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85F0F369-4994-4756-AFDB-5A19E478E4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7F04467C-CB29-46DD-80B2-8F8C745A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3276600" y="25"/>
            <a:ext cx="58674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" name="Google Shape;38;p7">
            <a:extLst xmlns:a="http://schemas.openxmlformats.org/drawingml/2006/main">
              <a:ext uri="{FF2B5EF4-FFF2-40B4-BE49-F238E27FC236}">
                <a16:creationId xmlns:a16="http://schemas.microsoft.com/office/drawing/2014/main" id="{E2F40DC4-1F49-406C-AB26-D4686327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59150" y="2517450"/>
            <a:ext cx="5143500" cy="108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" name="Google Shape;39;p7">
            <a:extLst xmlns:a="http://schemas.openxmlformats.org/drawingml/2006/main">
              <a:ext uri="{FF2B5EF4-FFF2-40B4-BE49-F238E27FC236}">
                <a16:creationId xmlns:a16="http://schemas.microsoft.com/office/drawing/2014/main" id="{DF790C49-1D4B-4380-91BF-F8BB77795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6078" y="357800"/>
            <a:ext cx="2808000" cy="95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40" name="Google Shape;40;p7">
            <a:extLst xmlns:a="http://schemas.openxmlformats.org/drawingml/2006/main">
              <a:ext uri="{FF2B5EF4-FFF2-40B4-BE49-F238E27FC236}">
                <a16:creationId xmlns:a16="http://schemas.microsoft.com/office/drawing/2014/main" id="{1BD782AF-6632-4E86-9196-AD6BB4CD71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6075" y="1465800"/>
            <a:ext cx="2808000" cy="31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B9B2E68C-2ACD-48F4-8C0B-1CAA9372D6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8">
            <a:extLst xmlns:a="http://schemas.openxmlformats.org/drawingml/2006/main">
              <a:ext uri="{FF2B5EF4-FFF2-40B4-BE49-F238E27FC236}">
                <a16:creationId xmlns:a16="http://schemas.microsoft.com/office/drawing/2014/main" id="{D716A5E9-7E18-43DF-9ABB-FD28A83F5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88250"/>
            <a:ext cx="62271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 xmlns:a="http://schemas.openxmlformats.org/drawingml/2006/main"/>
        </p:txBody>
      </p:sp>
      <p:sp>
        <p:nvSpPr>
          <p:cNvPr id="44" name="Google Shape;44;p8">
            <a:extLst xmlns:a="http://schemas.openxmlformats.org/drawingml/2006/main">
              <a:ext uri="{FF2B5EF4-FFF2-40B4-BE49-F238E27FC236}">
                <a16:creationId xmlns:a16="http://schemas.microsoft.com/office/drawing/2014/main" id="{C3F9345A-1483-49B1-8D38-F0DD965C2D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61CED926-2BAA-41B7-906D-B9360DF9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0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4019A93E-81C2-4841-B0A2-C98BD7E2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46425" y="2517750"/>
            <a:ext cx="5142900" cy="108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" name="Google Shape;48;p9">
            <a:extLst xmlns:a="http://schemas.openxmlformats.org/drawingml/2006/main">
              <a:ext uri="{FF2B5EF4-FFF2-40B4-BE49-F238E27FC236}">
                <a16:creationId xmlns:a16="http://schemas.microsoft.com/office/drawing/2014/main" id="{29A9E6EC-EABE-48C3-A382-2133C4403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9" name="Google Shape;49;p9">
            <a:extLst xmlns:a="http://schemas.openxmlformats.org/drawingml/2006/main">
              <a:ext uri="{FF2B5EF4-FFF2-40B4-BE49-F238E27FC236}">
                <a16:creationId xmlns:a16="http://schemas.microsoft.com/office/drawing/2014/main" id="{4F309BB8-D15B-4E8D-8B9E-0226FBFAF2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779467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50" name="Google Shape;50;p9">
            <a:extLst xmlns:a="http://schemas.openxmlformats.org/drawingml/2006/main">
              <a:ext uri="{FF2B5EF4-FFF2-40B4-BE49-F238E27FC236}">
                <a16:creationId xmlns:a16="http://schemas.microsoft.com/office/drawing/2014/main" id="{4045149A-8424-4617-BA79-A70F9DC7F4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200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1" name="Google Shape;51;p9">
            <a:extLst xmlns:a="http://schemas.openxmlformats.org/drawingml/2006/main">
              <a:ext uri="{FF2B5EF4-FFF2-40B4-BE49-F238E27FC236}">
                <a16:creationId xmlns:a16="http://schemas.microsoft.com/office/drawing/2014/main" id="{2F030AE3-6F34-41D2-960A-3C69B02166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0">
            <a:extLst xmlns:a="http://schemas.openxmlformats.org/drawingml/2006/main">
              <a:ext uri="{FF2B5EF4-FFF2-40B4-BE49-F238E27FC236}">
                <a16:creationId xmlns:a16="http://schemas.microsoft.com/office/drawing/2014/main" id="{0F3ED975-809B-4467-A741-3C1E2F28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0" y="0"/>
            <a:ext cx="9144000" cy="4695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" name="Google Shape;54;p10">
            <a:extLst xmlns:a="http://schemas.openxmlformats.org/drawingml/2006/main">
              <a:ext uri="{FF2B5EF4-FFF2-40B4-BE49-F238E27FC236}">
                <a16:creationId xmlns:a16="http://schemas.microsoft.com/office/drawing/2014/main" id="{0272B916-6071-4329-92B0-67C45056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0" y="4622725"/>
            <a:ext cx="9144000" cy="74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5" name="Google Shape;55;p10">
            <a:extLst xmlns:a="http://schemas.openxmlformats.org/drawingml/2006/main">
              <a:ext uri="{FF2B5EF4-FFF2-40B4-BE49-F238E27FC236}">
                <a16:creationId xmlns:a16="http://schemas.microsoft.com/office/drawing/2014/main" id="{953F2586-19F2-4786-83FD-DDC6EF5BA5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150" y="4696825"/>
            <a:ext cx="8382000" cy="44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6" name="Google Shape;56;p10">
            <a:extLst xmlns:a="http://schemas.openxmlformats.org/drawingml/2006/main">
              <a:ext uri="{FF2B5EF4-FFF2-40B4-BE49-F238E27FC236}">
                <a16:creationId xmlns:a16="http://schemas.microsoft.com/office/drawing/2014/main" id="{485778D2-BEF0-443A-B16B-8A21C9501D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1">
            <a:extLst xmlns:a="http://schemas.openxmlformats.org/drawingml/2006/main">
              <a:ext uri="{FF2B5EF4-FFF2-40B4-BE49-F238E27FC236}">
                <a16:creationId xmlns:a16="http://schemas.microsoft.com/office/drawing/2014/main" id="{D790A536-0A4F-472D-B38F-64470E51CDC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75500" y="1258525"/>
            <a:ext cx="82221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59" name="Google Shape;59;p11">
            <a:extLst xmlns:a="http://schemas.openxmlformats.org/drawingml/2006/main">
              <a:ext uri="{FF2B5EF4-FFF2-40B4-BE49-F238E27FC236}">
                <a16:creationId xmlns:a16="http://schemas.microsoft.com/office/drawing/2014/main" id="{00C85B86-8D62-4728-AAE2-6ACBDBC631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5500" y="3304625"/>
            <a:ext cx="82221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0" name="Google Shape;60;p11">
            <a:extLst xmlns:a="http://schemas.openxmlformats.org/drawingml/2006/main">
              <a:ext uri="{FF2B5EF4-FFF2-40B4-BE49-F238E27FC236}">
                <a16:creationId xmlns:a16="http://schemas.microsoft.com/office/drawing/2014/main" id="{264A806E-9835-4551-80EB-B60E942169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2">
            <a:extLst xmlns:a="http://schemas.openxmlformats.org/drawingml/2006/main">
              <a:ext uri="{FF2B5EF4-FFF2-40B4-BE49-F238E27FC236}">
                <a16:creationId xmlns:a16="http://schemas.microsoft.com/office/drawing/2014/main" id="{A1AD2AA6-49CA-4558-871F-34A034ED5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Cover">
  <p:cSld name="CUSTOM_3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9177DC03-83E3-4B75-8699-7173B5EB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875" y="-7225"/>
            <a:ext cx="5992800" cy="113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5" name="Google Shape;65;p13">
            <a:extLst xmlns:a="http://schemas.openxmlformats.org/drawingml/2006/main">
              <a:ext uri="{FF2B5EF4-FFF2-40B4-BE49-F238E27FC236}">
                <a16:creationId xmlns:a16="http://schemas.microsoft.com/office/drawing/2014/main" id="{01FCFBC6-E8BB-487B-9457-E41ABD06C89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-3325" y="-7225"/>
            <a:ext cx="3151200" cy="515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6" name="Google Shape;66;p13">
            <a:extLst xmlns:a="http://schemas.openxmlformats.org/drawingml/2006/main">
              <a:ext uri="{FF2B5EF4-FFF2-40B4-BE49-F238E27FC236}">
                <a16:creationId xmlns:a16="http://schemas.microsoft.com/office/drawing/2014/main" id="{52ECCF51-E0B4-443C-91BB-7EEE90E516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04125" y="1709775"/>
            <a:ext cx="4657200" cy="155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9pPr>
          </a:lstStyle>
          <a:p xmlns:a="http://schemas.openxmlformats.org/drawingml/2006/main"/>
        </p:txBody>
      </p:sp>
      <p:sp>
        <p:nvSpPr>
          <p:cNvPr id="67" name="Google Shape;67;p13">
            <a:extLst xmlns:a="http://schemas.openxmlformats.org/drawingml/2006/main">
              <a:ext uri="{FF2B5EF4-FFF2-40B4-BE49-F238E27FC236}">
                <a16:creationId xmlns:a16="http://schemas.microsoft.com/office/drawing/2014/main" id="{756A628B-5F4C-4978-BE4A-0A77059F3F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04125" y="3562650"/>
            <a:ext cx="35271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 xmlns:a="http://schemas.openxmlformats.org/drawingml/2006/main"/>
        </p:txBody>
      </p:sp>
      <p:pic>
        <p:nvPicPr>
          <p:cNvPr id="68" name="Google Shape;6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aa616119ad4320">
            <a:alphaModFix/>
          </a:blip>
          <a:srcRect xmlns:a="http://schemas.openxmlformats.org/drawingml/2006/main" l="0" t="0" r="10" b="0"/>
          <a:stretch xmlns:a="http://schemas.openxmlformats.org/drawingml/2006/main"/>
        </p:blipFill>
        <p:spPr>
          <a:xfrm xmlns:a="http://schemas.openxmlformats.org/drawingml/2006/main">
            <a:off x="3807449" y="373242"/>
            <a:ext cx="1338752" cy="37326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9" name="Google Shape;69;p13">
            <a:extLst xmlns:a="http://schemas.openxmlformats.org/drawingml/2006/main">
              <a:ext uri="{FF2B5EF4-FFF2-40B4-BE49-F238E27FC236}">
                <a16:creationId xmlns:a16="http://schemas.microsoft.com/office/drawing/2014/main" id="{C80FC38D-035E-46A1-949A-3D1310399CC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807450" y="4231250"/>
            <a:ext cx="3119100" cy="2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cxnSp>
        <p:nvCxnSpPr>
          <p:cNvPr id="70" name="Google Shape;70;p13"/>
          <p:cNvCxnSpPr/>
          <p:nvPr/>
        </p:nvCxnSpPr>
        <p:spPr>
          <a:xfrm xmlns:a="http://schemas.openxmlformats.org/drawingml/2006/main">
            <a:off x="3804125" y="1553188"/>
            <a:ext cx="46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3.xml><?xml version="1.0" encoding="utf-8"?>
<p:sldLayout xmlns:p="http://schemas.openxmlformats.org/presentationml/2006/main" matchingName="Cover Option 2">
  <p:cSld name="CUSTOM_3_1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08EE80EF-F4A7-4988-A7DD-D95EE549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25"/>
            <a:ext cx="9144000" cy="5150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2"/>
              </a:gs>
            </a:gsLst>
            <a:lin ang="18900044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3" name="Google Shape;73;p14">
            <a:extLst xmlns:a="http://schemas.openxmlformats.org/drawingml/2006/main">
              <a:ext uri="{FF2B5EF4-FFF2-40B4-BE49-F238E27FC236}">
                <a16:creationId xmlns:a16="http://schemas.microsoft.com/office/drawing/2014/main" id="{BA0171D0-BAB0-472A-8E6E-72074A464C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9575" y="1810950"/>
            <a:ext cx="5355900" cy="152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4" name="Google Shape;74;p14">
            <a:extLst xmlns:a="http://schemas.openxmlformats.org/drawingml/2006/main">
              <a:ext uri="{FF2B5EF4-FFF2-40B4-BE49-F238E27FC236}">
                <a16:creationId xmlns:a16="http://schemas.microsoft.com/office/drawing/2014/main" id="{B64CF58F-B241-43EB-BCB4-D6EE02388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9575" y="4008175"/>
            <a:ext cx="24699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 xmlns:a="http://schemas.openxmlformats.org/drawingml/2006/main"/>
        </p:txBody>
      </p:sp>
      <p:sp>
        <p:nvSpPr>
          <p:cNvPr id="75" name="Google Shape;75;p14">
            <a:extLst xmlns:a="http://schemas.openxmlformats.org/drawingml/2006/main">
              <a:ext uri="{FF2B5EF4-FFF2-40B4-BE49-F238E27FC236}">
                <a16:creationId xmlns:a16="http://schemas.microsoft.com/office/drawing/2014/main" id="{209A311A-0170-48D5-8017-91724C07239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344675" y="4041205"/>
            <a:ext cx="1791000" cy="41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cxnSp>
        <p:nvCxnSpPr>
          <p:cNvPr id="76" name="Google Shape;76;p14"/>
          <p:cNvCxnSpPr/>
          <p:nvPr/>
        </p:nvCxnSpPr>
        <p:spPr>
          <a:xfrm xmlns:a="http://schemas.openxmlformats.org/drawingml/2006/main">
            <a:off x="682300" y="1629963"/>
            <a:ext cx="46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Google Shape;77;p14">
            <a:extLst xmlns:a="http://schemas.openxmlformats.org/drawingml/2006/main">
              <a:ext uri="{FF2B5EF4-FFF2-40B4-BE49-F238E27FC236}">
                <a16:creationId xmlns:a16="http://schemas.microsoft.com/office/drawing/2014/main" id="{0B3C9217-21FE-4B9E-BC32-856630CC96F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82300" y="1313400"/>
            <a:ext cx="1155600" cy="13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 xmlns:a="http://schemas.openxmlformats.org/drawingml/2006/main"/>
        </p:txBody>
      </p:sp>
      <p:pic>
        <p:nvPicPr>
          <p:cNvPr id="78" name="Google Shape;7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6ca138276d4e7a">
            <a:alphaModFix/>
          </a:blip>
          <a:srcRect xmlns:a="http://schemas.openxmlformats.org/drawingml/2006/main" l="0" t="0" r="10" b="0"/>
          <a:stretch xmlns:a="http://schemas.openxmlformats.org/drawingml/2006/main"/>
        </p:blipFill>
        <p:spPr>
          <a:xfrm xmlns:a="http://schemas.openxmlformats.org/drawingml/2006/main">
            <a:off x="7335754" y="313824"/>
            <a:ext cx="1125551" cy="3138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4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6">
            <a:extLst xmlns:a="http://schemas.openxmlformats.org/drawingml/2006/main">
              <a:ext uri="{FF2B5EF4-FFF2-40B4-BE49-F238E27FC236}">
                <a16:creationId xmlns:a16="http://schemas.microsoft.com/office/drawing/2014/main" id="{FC0B12D8-5EAD-4B10-88B4-313CB42156C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99100" y="685800"/>
            <a:ext cx="7349400" cy="192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87" name="Google Shape;87;p16">
            <a:extLst xmlns:a="http://schemas.openxmlformats.org/drawingml/2006/main">
              <a:ext uri="{FF2B5EF4-FFF2-40B4-BE49-F238E27FC236}">
                <a16:creationId xmlns:a16="http://schemas.microsoft.com/office/drawing/2014/main" id="{98B26E52-8AC4-4145-95EC-CFF08DE741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99100" y="2670300"/>
            <a:ext cx="7349400" cy="110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/>
            </a:lvl2pPr>
            <a:lvl3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4pPr>
            <a:lvl5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88" name="Google Shape;88;p16">
            <a:extLst xmlns:a="http://schemas.openxmlformats.org/drawingml/2006/main">
              <a:ext uri="{FF2B5EF4-FFF2-40B4-BE49-F238E27FC236}">
                <a16:creationId xmlns:a16="http://schemas.microsoft.com/office/drawing/2014/main" id="{6A180E0C-DF4C-4129-934F-6884BC8262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C017888C-4587-4FE0-AC7E-9EA14B6CFF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4FE3CE96-B43C-4D04-A0F6-95D9836188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Google Shape;92;p17">
            <a:extLst xmlns:a="http://schemas.openxmlformats.org/drawingml/2006/main">
              <a:ext uri="{FF2B5EF4-FFF2-40B4-BE49-F238E27FC236}">
                <a16:creationId xmlns:a16="http://schemas.microsoft.com/office/drawing/2014/main" id="{E4B2838C-3E1C-488E-895A-67D879A02E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300" y="456300"/>
            <a:ext cx="8226900" cy="5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3" name="Google Shape;93;p17">
            <a:extLst xmlns:a="http://schemas.openxmlformats.org/drawingml/2006/main">
              <a:ext uri="{FF2B5EF4-FFF2-40B4-BE49-F238E27FC236}">
                <a16:creationId xmlns:a16="http://schemas.microsoft.com/office/drawing/2014/main" id="{F99152FD-7565-4C8A-B3B9-5732A0D4AB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6300" y="1117800"/>
            <a:ext cx="8226900" cy="356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94" name="Google Shape;94;p17">
            <a:extLst xmlns:a="http://schemas.openxmlformats.org/drawingml/2006/main">
              <a:ext uri="{FF2B5EF4-FFF2-40B4-BE49-F238E27FC236}">
                <a16:creationId xmlns:a16="http://schemas.microsoft.com/office/drawing/2014/main" id="{C513B41E-0E85-4445-BD2A-EE54CFFB98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5" name="Google Shape;95;p17">
            <a:extLst xmlns:a="http://schemas.openxmlformats.org/drawingml/2006/main">
              <a:ext uri="{FF2B5EF4-FFF2-40B4-BE49-F238E27FC236}">
                <a16:creationId xmlns:a16="http://schemas.microsoft.com/office/drawing/2014/main" id="{2E458F4E-60E8-4CB6-A1A7-1881DD7BD0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6" name="Google Shape;96;p17">
            <a:extLst xmlns:a="http://schemas.openxmlformats.org/drawingml/2006/main">
              <a:ext uri="{FF2B5EF4-FFF2-40B4-BE49-F238E27FC236}">
                <a16:creationId xmlns:a16="http://schemas.microsoft.com/office/drawing/2014/main" id="{B331C23A-5AF9-4860-A58A-F889BA36C4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18">
            <a:extLst xmlns:a="http://schemas.openxmlformats.org/drawingml/2006/main">
              <a:ext uri="{FF2B5EF4-FFF2-40B4-BE49-F238E27FC236}">
                <a16:creationId xmlns:a16="http://schemas.microsoft.com/office/drawing/2014/main" id="{901A745B-DD51-4F44-8F8F-E555439BE4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93100" y="2886300"/>
            <a:ext cx="5826600" cy="57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9" name="Google Shape;99;p18">
            <a:extLst xmlns:a="http://schemas.openxmlformats.org/drawingml/2006/main">
              <a:ext uri="{FF2B5EF4-FFF2-40B4-BE49-F238E27FC236}">
                <a16:creationId xmlns:a16="http://schemas.microsoft.com/office/drawing/2014/main" id="{134744AB-C446-46D4-9B80-049B1AE8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93100" y="3461400"/>
            <a:ext cx="5826600" cy="65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95959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0" name="Google Shape;100;p18">
            <a:extLst xmlns:a="http://schemas.openxmlformats.org/drawingml/2006/main">
              <a:ext uri="{FF2B5EF4-FFF2-40B4-BE49-F238E27FC236}">
                <a16:creationId xmlns:a16="http://schemas.microsoft.com/office/drawing/2014/main" id="{FBC0FF20-B608-4FA8-8755-64F3724A65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1" name="Google Shape;101;p18">
            <a:extLst xmlns:a="http://schemas.openxmlformats.org/drawingml/2006/main">
              <a:ext uri="{FF2B5EF4-FFF2-40B4-BE49-F238E27FC236}">
                <a16:creationId xmlns:a16="http://schemas.microsoft.com/office/drawing/2014/main" id="{CBE3A08A-DDA0-43D0-ABF7-4B2E5911EA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2" name="Google Shape;102;p18">
            <a:extLst xmlns:a="http://schemas.openxmlformats.org/drawingml/2006/main">
              <a:ext uri="{FF2B5EF4-FFF2-40B4-BE49-F238E27FC236}">
                <a16:creationId xmlns:a16="http://schemas.microsoft.com/office/drawing/2014/main" id="{5C13064E-3EBF-45B6-A2E4-F691AA5383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19">
            <a:extLst xmlns:a="http://schemas.openxmlformats.org/drawingml/2006/main">
              <a:ext uri="{FF2B5EF4-FFF2-40B4-BE49-F238E27FC236}">
                <a16:creationId xmlns:a16="http://schemas.microsoft.com/office/drawing/2014/main" id="{CDD316BE-B806-47B1-A533-74177C5C18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300" y="456300"/>
            <a:ext cx="8226900" cy="5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5" name="Google Shape;105;p19">
            <a:extLst xmlns:a="http://schemas.openxmlformats.org/drawingml/2006/main">
              <a:ext uri="{FF2B5EF4-FFF2-40B4-BE49-F238E27FC236}">
                <a16:creationId xmlns:a16="http://schemas.microsoft.com/office/drawing/2014/main" id="{C7C4B940-3CB8-422D-A698-81DF00AE9B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6300" y="1125900"/>
            <a:ext cx="3882600" cy="356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06" name="Google Shape;106;p19">
            <a:extLst xmlns:a="http://schemas.openxmlformats.org/drawingml/2006/main">
              <a:ext uri="{FF2B5EF4-FFF2-40B4-BE49-F238E27FC236}">
                <a16:creationId xmlns:a16="http://schemas.microsoft.com/office/drawing/2014/main" id="{FF4CCBCA-60BD-493F-9C40-10F6BA50A0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08700" y="1125900"/>
            <a:ext cx="3882600" cy="356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07" name="Google Shape;107;p19">
            <a:extLst xmlns:a="http://schemas.openxmlformats.org/drawingml/2006/main">
              <a:ext uri="{FF2B5EF4-FFF2-40B4-BE49-F238E27FC236}">
                <a16:creationId xmlns:a16="http://schemas.microsoft.com/office/drawing/2014/main" id="{08D614BB-1E1F-4AE6-AF53-52CD7D1272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19">
            <a:extLst xmlns:a="http://schemas.openxmlformats.org/drawingml/2006/main">
              <a:ext uri="{FF2B5EF4-FFF2-40B4-BE49-F238E27FC236}">
                <a16:creationId xmlns:a16="http://schemas.microsoft.com/office/drawing/2014/main" id="{08D7C5A1-2068-41A9-AF2D-BE9356A02E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9" name="Google Shape;109;p19">
            <a:extLst xmlns:a="http://schemas.openxmlformats.org/drawingml/2006/main">
              <a:ext uri="{FF2B5EF4-FFF2-40B4-BE49-F238E27FC236}">
                <a16:creationId xmlns:a16="http://schemas.microsoft.com/office/drawing/2014/main" id="{425E8ADB-626E-4256-ACA9-A10EA83660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0F9C55B1-5DF1-42BE-93E5-43F9BC8812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300" y="456300"/>
            <a:ext cx="8226900" cy="5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2" name="Google Shape;112;p20">
            <a:extLst xmlns:a="http://schemas.openxmlformats.org/drawingml/2006/main">
              <a:ext uri="{FF2B5EF4-FFF2-40B4-BE49-F238E27FC236}">
                <a16:creationId xmlns:a16="http://schemas.microsoft.com/office/drawing/2014/main" id="{6E869D2B-88C6-4FD5-81DB-08946AFC25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6300" y="1071900"/>
            <a:ext cx="4006800" cy="2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200" tIns="28575" rIns="57150" bIns="285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113" name="Google Shape;113;p20">
            <a:extLst xmlns:a="http://schemas.openxmlformats.org/drawingml/2006/main">
              <a:ext uri="{FF2B5EF4-FFF2-40B4-BE49-F238E27FC236}">
                <a16:creationId xmlns:a16="http://schemas.microsoft.com/office/drawing/2014/main" id="{F8EA0CD0-7E25-4F30-B6A5-E6C6D877F9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6300" y="1390500"/>
            <a:ext cx="4006800" cy="329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200" tIns="0" rIns="61925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4" name="Google Shape;114;p20">
            <a:extLst xmlns:a="http://schemas.openxmlformats.org/drawingml/2006/main">
              <a:ext uri="{FF2B5EF4-FFF2-40B4-BE49-F238E27FC236}">
                <a16:creationId xmlns:a16="http://schemas.microsoft.com/office/drawing/2014/main" id="{8EF0E0AB-E423-4702-A338-5F1708A195B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76813" y="1066297"/>
            <a:ext cx="4006800" cy="2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200" tIns="28575" rIns="57150" bIns="285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115" name="Google Shape;115;p20">
            <a:extLst xmlns:a="http://schemas.openxmlformats.org/drawingml/2006/main">
              <a:ext uri="{FF2B5EF4-FFF2-40B4-BE49-F238E27FC236}">
                <a16:creationId xmlns:a16="http://schemas.microsoft.com/office/drawing/2014/main" id="{6244BD47-17E8-4C57-B82D-2ED0148488D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76813" y="1390500"/>
            <a:ext cx="4006800" cy="329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200" tIns="0" rIns="61925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6" name="Google Shape;116;p20">
            <a:extLst xmlns:a="http://schemas.openxmlformats.org/drawingml/2006/main">
              <a:ext uri="{FF2B5EF4-FFF2-40B4-BE49-F238E27FC236}">
                <a16:creationId xmlns:a16="http://schemas.microsoft.com/office/drawing/2014/main" id="{3A47924D-ADE7-4A8D-B176-5555ECB50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7" name="Google Shape;117;p20">
            <a:extLst xmlns:a="http://schemas.openxmlformats.org/drawingml/2006/main">
              <a:ext uri="{FF2B5EF4-FFF2-40B4-BE49-F238E27FC236}">
                <a16:creationId xmlns:a16="http://schemas.microsoft.com/office/drawing/2014/main" id="{8A4C297B-5515-405A-ACBC-501081D821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8" name="Google Shape;118;p20">
            <a:extLst xmlns:a="http://schemas.openxmlformats.org/drawingml/2006/main">
              <a:ext uri="{FF2B5EF4-FFF2-40B4-BE49-F238E27FC236}">
                <a16:creationId xmlns:a16="http://schemas.microsoft.com/office/drawing/2014/main" id="{8BDC2E1C-CB20-4F57-B297-41BFF0C25F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Google Shape;120;p21">
            <a:extLst xmlns:a="http://schemas.openxmlformats.org/drawingml/2006/main">
              <a:ext uri="{FF2B5EF4-FFF2-40B4-BE49-F238E27FC236}">
                <a16:creationId xmlns:a16="http://schemas.microsoft.com/office/drawing/2014/main" id="{914E55AF-C94B-4BDC-B9C6-6482523A7D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300" y="456300"/>
            <a:ext cx="8226900" cy="5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21" name="Google Shape;121;p21">
            <a:extLst xmlns:a="http://schemas.openxmlformats.org/drawingml/2006/main">
              <a:ext uri="{FF2B5EF4-FFF2-40B4-BE49-F238E27FC236}">
                <a16:creationId xmlns:a16="http://schemas.microsoft.com/office/drawing/2014/main" id="{37039A34-8000-49D2-954C-F24C3E376D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22" name="Google Shape;122;p21">
            <a:extLst xmlns:a="http://schemas.openxmlformats.org/drawingml/2006/main">
              <a:ext uri="{FF2B5EF4-FFF2-40B4-BE49-F238E27FC236}">
                <a16:creationId xmlns:a16="http://schemas.microsoft.com/office/drawing/2014/main" id="{DCEA3502-68C9-4B4C-949D-3CD2F13B8B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23" name="Google Shape;123;p21">
            <a:extLst xmlns:a="http://schemas.openxmlformats.org/drawingml/2006/main">
              <a:ext uri="{FF2B5EF4-FFF2-40B4-BE49-F238E27FC236}">
                <a16:creationId xmlns:a16="http://schemas.microsoft.com/office/drawing/2014/main" id="{66551BFB-C03E-4AA2-B22B-AD58C38524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446D3BAD-19DF-4CFC-BB4D-6BF6B911C1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A64C7A52-F4D1-4B05-B592-CC9FB11A50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52A1E2F4-E706-4E1E-8A51-A9503FC322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图片与标题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Google Shape;129;p23">
            <a:extLst xmlns:a="http://schemas.openxmlformats.org/drawingml/2006/main">
              <a:ext uri="{FF2B5EF4-FFF2-40B4-BE49-F238E27FC236}">
                <a16:creationId xmlns:a16="http://schemas.microsoft.com/office/drawing/2014/main" id="{EC68345A-7B7C-41B6-801E-81A9F5F514C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56247" y="1166336"/>
            <a:ext cx="3924600" cy="345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0" name="Google Shape;130;p23">
            <a:extLst xmlns:a="http://schemas.openxmlformats.org/drawingml/2006/main">
              <a:ext uri="{FF2B5EF4-FFF2-40B4-BE49-F238E27FC236}">
                <a16:creationId xmlns:a16="http://schemas.microsoft.com/office/drawing/2014/main" id="{0513CA37-BB11-455D-A4C5-E9295A4A24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62800" y="1166400"/>
            <a:ext cx="3920400" cy="34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31" name="Google Shape;131;p23">
            <a:extLst xmlns:a="http://schemas.openxmlformats.org/drawingml/2006/main">
              <a:ext uri="{FF2B5EF4-FFF2-40B4-BE49-F238E27FC236}">
                <a16:creationId xmlns:a16="http://schemas.microsoft.com/office/drawing/2014/main" id="{155175E9-4B4A-413F-857D-070BCF23BC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DEEA9D4E-84F9-4DA2-9F8D-E1BFC65694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860676E1-72EA-4C6B-884D-608059F907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D2863F33-C1E2-4A65-B197-D3EF53080F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300" y="456300"/>
            <a:ext cx="8226900" cy="5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625" tIns="35225" rIns="67625" bIns="352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pic>
        <p:nvPicPr>
          <p:cNvPr id="135" name="Google Shape;135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baaa2f4e934204">
            <a:alphaModFix amt="12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6359999">
            <a:off x="5222411" y="1096804"/>
            <a:ext cx="4736305" cy="41219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4">
            <a:extLst xmlns:a="http://schemas.openxmlformats.org/drawingml/2006/main">
              <a:ext uri="{FF2B5EF4-FFF2-40B4-BE49-F238E27FC236}">
                <a16:creationId xmlns:a16="http://schemas.microsoft.com/office/drawing/2014/main" id="{6062BDA5-DEE7-464D-B4CC-7144FE75F1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6181650" y="2180250"/>
            <a:ext cx="3771900" cy="7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8" name="Google Shape;138;p24">
            <a:extLst xmlns:a="http://schemas.openxmlformats.org/drawingml/2006/main">
              <a:ext uri="{FF2B5EF4-FFF2-40B4-BE49-F238E27FC236}">
                <a16:creationId xmlns:a16="http://schemas.microsoft.com/office/drawing/2014/main" id="{B649EE60-0596-4C86-A737-0C430A460F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238300" y="-866700"/>
            <a:ext cx="3771900" cy="68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5100" tIns="35100" rIns="35100" bIns="3510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39" name="Google Shape;139;p24">
            <a:extLst xmlns:a="http://schemas.openxmlformats.org/drawingml/2006/main">
              <a:ext uri="{FF2B5EF4-FFF2-40B4-BE49-F238E27FC236}">
                <a16:creationId xmlns:a16="http://schemas.microsoft.com/office/drawing/2014/main" id="{DA6D7342-8CE1-4C67-9783-806B67EA04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12099141-0C48-4473-A7B4-371E5497D2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6735593D-E4A9-4333-87ED-C422C34B48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pic>
        <p:nvPicPr>
          <p:cNvPr id="142" name="Google Shape;142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af7b3be7834895">
            <a:alphaModFix amt="12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6359999">
            <a:off x="5222411" y="1096804"/>
            <a:ext cx="4736305" cy="41219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3.xml><?xml version="1.0" encoding="utf-8"?>
<p:sldLayout xmlns:p="http://schemas.openxmlformats.org/presentationml/2006/main" matchingName="内容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25">
            <a:extLst xmlns:a="http://schemas.openxmlformats.org/drawingml/2006/main">
              <a:ext uri="{FF2B5EF4-FFF2-40B4-BE49-F238E27FC236}">
                <a16:creationId xmlns:a16="http://schemas.microsoft.com/office/drawing/2014/main" id="{243F7C56-7B08-4956-931B-81E5E7862A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5" name="Google Shape;145;p25">
            <a:extLst xmlns:a="http://schemas.openxmlformats.org/drawingml/2006/main">
              <a:ext uri="{FF2B5EF4-FFF2-40B4-BE49-F238E27FC236}">
                <a16:creationId xmlns:a16="http://schemas.microsoft.com/office/drawing/2014/main" id="{FCF890B5-C6C0-4B7F-9577-79460AF8CF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6" name="Google Shape;146;p25">
            <a:extLst xmlns:a="http://schemas.openxmlformats.org/drawingml/2006/main">
              <a:ext uri="{FF2B5EF4-FFF2-40B4-BE49-F238E27FC236}">
                <a16:creationId xmlns:a16="http://schemas.microsoft.com/office/drawing/2014/main" id="{CAE787E4-D029-425C-896F-E5E31F7492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47" name="Google Shape;147;p25">
            <a:extLst xmlns:a="http://schemas.openxmlformats.org/drawingml/2006/main">
              <a:ext uri="{FF2B5EF4-FFF2-40B4-BE49-F238E27FC236}">
                <a16:creationId xmlns:a16="http://schemas.microsoft.com/office/drawing/2014/main" id="{979750B0-AF5F-47E9-8816-66832001E7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6300" y="580500"/>
            <a:ext cx="8229600" cy="411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148" name="Google Shape;148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a462ee7c6a4b99">
            <a:alphaModFix amt="12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6359999">
            <a:off x="5222411" y="1096804"/>
            <a:ext cx="4736305" cy="41219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4.xml><?xml version="1.0" encoding="utf-8"?>
<p:sldLayout xmlns:p="http://schemas.openxmlformats.org/presentationml/2006/main" matchingName="末尾幻灯片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Google Shape;150;p26">
            <a:extLst xmlns:a="http://schemas.openxmlformats.org/drawingml/2006/main">
              <a:ext uri="{FF2B5EF4-FFF2-40B4-BE49-F238E27FC236}">
                <a16:creationId xmlns:a16="http://schemas.microsoft.com/office/drawing/2014/main" id="{2062CBB6-0900-4CB9-AD6D-64B47990FC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1" name="Google Shape;151;p26">
            <a:extLst xmlns:a="http://schemas.openxmlformats.org/drawingml/2006/main">
              <a:ext uri="{FF2B5EF4-FFF2-40B4-BE49-F238E27FC236}">
                <a16:creationId xmlns:a16="http://schemas.microsoft.com/office/drawing/2014/main" id="{5FAD3C34-F4EE-477C-9E48-870AC2ED0A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2" name="Google Shape;152;p26">
            <a:extLst xmlns:a="http://schemas.openxmlformats.org/drawingml/2006/main">
              <a:ext uri="{FF2B5EF4-FFF2-40B4-BE49-F238E27FC236}">
                <a16:creationId xmlns:a16="http://schemas.microsoft.com/office/drawing/2014/main" id="{83C442D6-0DFE-4226-98DC-B26C89B726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53" name="Google Shape;153;p26">
            <a:extLst xmlns:a="http://schemas.openxmlformats.org/drawingml/2006/main">
              <a:ext uri="{FF2B5EF4-FFF2-40B4-BE49-F238E27FC236}">
                <a16:creationId xmlns:a16="http://schemas.microsoft.com/office/drawing/2014/main" id="{383AC3C9-F1F5-434A-BAB3-190E7DA3C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9100" y="1863000"/>
            <a:ext cx="7349400" cy="76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4" name="Google Shape;154;p26">
            <a:extLst xmlns:a="http://schemas.openxmlformats.org/drawingml/2006/main">
              <a:ext uri="{FF2B5EF4-FFF2-40B4-BE49-F238E27FC236}">
                <a16:creationId xmlns:a16="http://schemas.microsoft.com/office/drawing/2014/main" id="{C5AB11B4-D082-45DA-B244-369CB00EDC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9100" y="2670300"/>
            <a:ext cx="7349400" cy="35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155" name="Google Shape;155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5f22cc12844608">
            <a:alphaModFix amt="12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6359999">
            <a:off x="5222411" y="1096804"/>
            <a:ext cx="4736305" cy="41219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5.xml><?xml version="1.0" encoding="utf-8"?>
<p:sldLayout xmlns:p="http://schemas.openxmlformats.org/presentationml/2006/main" matchingName="Title 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Google Shape;157;p27">
            <a:extLst xmlns:a="http://schemas.openxmlformats.org/drawingml/2006/main">
              <a:ext uri="{FF2B5EF4-FFF2-40B4-BE49-F238E27FC236}">
                <a16:creationId xmlns:a16="http://schemas.microsoft.com/office/drawing/2014/main" id="{1C91F96B-AC9F-4D05-A14A-92DA15EC2D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53559" y="4632722"/>
            <a:ext cx="504600" cy="51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cxnSp>
        <p:nvCxnSpPr>
          <p:cNvPr id="158" name="Google Shape;158;p27"/>
          <p:cNvCxnSpPr/>
          <p:nvPr/>
        </p:nvCxnSpPr>
        <p:spPr>
          <a:xfrm xmlns:a="http://schemas.openxmlformats.org/drawingml/2006/main">
            <a:off x="457200" y="528712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9" name="Google Shape;159;p27">
            <a:extLst xmlns:a="http://schemas.openxmlformats.org/drawingml/2006/main">
              <a:ext uri="{FF2B5EF4-FFF2-40B4-BE49-F238E27FC236}">
                <a16:creationId xmlns:a16="http://schemas.microsoft.com/office/drawing/2014/main" id="{2214C160-BF8C-41A6-A124-F92880464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699165"/>
            <a:ext cx="7543800" cy="83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Nunito Sans Light"/>
                <a:ea typeface="Nunito Sans Light"/>
                <a:cs typeface="Nunito Sa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1854881f104705" /><Relationship Type="http://schemas.openxmlformats.org/officeDocument/2006/relationships/slideLayout" Target="/ppt/slideLayouts/slideLayout1.xml" Id="R029b6b3114be41ca" /><Relationship Type="http://schemas.openxmlformats.org/officeDocument/2006/relationships/slideLayout" Target="/ppt/slideLayouts/slideLayout2.xml" Id="R7da82b5352634d7b" /><Relationship Type="http://schemas.openxmlformats.org/officeDocument/2006/relationships/slideLayout" Target="/ppt/slideLayouts/slideLayout3.xml" Id="R24b4596e567f4b2f" /><Relationship Type="http://schemas.openxmlformats.org/officeDocument/2006/relationships/slideLayout" Target="/ppt/slideLayouts/slideLayout4.xml" Id="Rd326ff621bc34f9a" /><Relationship Type="http://schemas.openxmlformats.org/officeDocument/2006/relationships/slideLayout" Target="/ppt/slideLayouts/slideLayout5.xml" Id="R9469d6248f9b42d7" /><Relationship Type="http://schemas.openxmlformats.org/officeDocument/2006/relationships/slideLayout" Target="/ppt/slideLayouts/slideLayout6.xml" Id="Rdf0b39a71b96409b" /><Relationship Type="http://schemas.openxmlformats.org/officeDocument/2006/relationships/slideLayout" Target="/ppt/slideLayouts/slideLayout7.xml" Id="Re8577227dc434ce8" /><Relationship Type="http://schemas.openxmlformats.org/officeDocument/2006/relationships/slideLayout" Target="/ppt/slideLayouts/slideLayout8.xml" Id="R097ec2dfefaa4087" /><Relationship Type="http://schemas.openxmlformats.org/officeDocument/2006/relationships/slideLayout" Target="/ppt/slideLayouts/slideLayout9.xml" Id="R8ae7c11e6eaf406f" /><Relationship Type="http://schemas.openxmlformats.org/officeDocument/2006/relationships/slideLayout" Target="/ppt/slideLayouts/slideLayout10.xml" Id="R2cc5a2eb83a64580" /><Relationship Type="http://schemas.openxmlformats.org/officeDocument/2006/relationships/slideLayout" Target="/ppt/slideLayouts/slideLayout11.xml" Id="Rdd39551a2040448d" /><Relationship Type="http://schemas.openxmlformats.org/officeDocument/2006/relationships/slideLayout" Target="/ppt/slideLayouts/slideLayout12.xml" Id="R73b0a44e65044dd7" /><Relationship Type="http://schemas.openxmlformats.org/officeDocument/2006/relationships/slideLayout" Target="/ppt/slideLayouts/slideLayout13.xml" Id="R90998d01796f4d1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1a070c92e144cee" /><Relationship Type="http://schemas.openxmlformats.org/officeDocument/2006/relationships/slideLayout" Target="/ppt/slideLayouts/slideLayout14.xml" Id="Rc06950df5fd54dce" /><Relationship Type="http://schemas.openxmlformats.org/officeDocument/2006/relationships/slideLayout" Target="/ppt/slideLayouts/slideLayout15.xml" Id="R85cc27924e284c5f" /><Relationship Type="http://schemas.openxmlformats.org/officeDocument/2006/relationships/slideLayout" Target="/ppt/slideLayouts/slideLayout16.xml" Id="R5d2520cb11a349b2" /><Relationship Type="http://schemas.openxmlformats.org/officeDocument/2006/relationships/slideLayout" Target="/ppt/slideLayouts/slideLayout17.xml" Id="Rb3a0ea55a5074e27" /><Relationship Type="http://schemas.openxmlformats.org/officeDocument/2006/relationships/slideLayout" Target="/ppt/slideLayouts/slideLayout18.xml" Id="Rf32933e2c5154b04" /><Relationship Type="http://schemas.openxmlformats.org/officeDocument/2006/relationships/slideLayout" Target="/ppt/slideLayouts/slideLayout19.xml" Id="Rcbb6a0f0c56946f5" /><Relationship Type="http://schemas.openxmlformats.org/officeDocument/2006/relationships/slideLayout" Target="/ppt/slideLayouts/slideLayout20.xml" Id="R78d454797b654ea1" /><Relationship Type="http://schemas.openxmlformats.org/officeDocument/2006/relationships/slideLayout" Target="/ppt/slideLayouts/slideLayout21.xml" Id="R90a8b00c141d4a38" /><Relationship Type="http://schemas.openxmlformats.org/officeDocument/2006/relationships/slideLayout" Target="/ppt/slideLayouts/slideLayout22.xml" Id="R8b34503d2e1745da" /><Relationship Type="http://schemas.openxmlformats.org/officeDocument/2006/relationships/slideLayout" Target="/ppt/slideLayouts/slideLayout23.xml" Id="R083b8924e04844fd" /><Relationship Type="http://schemas.openxmlformats.org/officeDocument/2006/relationships/slideLayout" Target="/ppt/slideLayouts/slideLayout24.xml" Id="Rc21718d1add943f3" /><Relationship Type="http://schemas.openxmlformats.org/officeDocument/2006/relationships/slideLayout" Target="/ppt/slideLayouts/slideLayout25.xml" Id="R48fe06cd0466418a" /></Relationships>
</file>

<file path=ppt/slideMasters/slideMaster1.xml><?xml version="1.0" encoding="utf-8"?>
<p:sldMaster xmlns:p="http://schemas.openxmlformats.org/presentationml/2006/main">
  <p:cSld name="material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73EF642D-E003-4247-B8F8-890D283E3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1900" y="738725"/>
            <a:ext cx="8222100" cy="76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3EBC2FA-2EC3-480B-8AA4-06E529690F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1900" y="1919075"/>
            <a:ext cx="8222100" cy="271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11EBB7A-B8B6-4728-8CA3-61BACBF94E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23541" y="4695623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9b6b3114be41ca"/>
    <p:sldLayoutId xmlns:r="http://schemas.openxmlformats.org/officeDocument/2006/relationships" id="2147483650" r:id="R7da82b5352634d7b"/>
    <p:sldLayoutId xmlns:r="http://schemas.openxmlformats.org/officeDocument/2006/relationships" id="2147483651" r:id="R24b4596e567f4b2f"/>
    <p:sldLayoutId xmlns:r="http://schemas.openxmlformats.org/officeDocument/2006/relationships" id="2147483652" r:id="Rd326ff621bc34f9a"/>
    <p:sldLayoutId xmlns:r="http://schemas.openxmlformats.org/officeDocument/2006/relationships" id="2147483653" r:id="R9469d6248f9b42d7"/>
    <p:sldLayoutId xmlns:r="http://schemas.openxmlformats.org/officeDocument/2006/relationships" id="2147483654" r:id="Rdf0b39a71b96409b"/>
    <p:sldLayoutId xmlns:r="http://schemas.openxmlformats.org/officeDocument/2006/relationships" id="2147483655" r:id="Re8577227dc434ce8"/>
    <p:sldLayoutId xmlns:r="http://schemas.openxmlformats.org/officeDocument/2006/relationships" id="2147483656" r:id="R097ec2dfefaa4087"/>
    <p:sldLayoutId xmlns:r="http://schemas.openxmlformats.org/officeDocument/2006/relationships" id="2147483657" r:id="R8ae7c11e6eaf406f"/>
    <p:sldLayoutId xmlns:r="http://schemas.openxmlformats.org/officeDocument/2006/relationships" id="2147483658" r:id="R2cc5a2eb83a64580"/>
    <p:sldLayoutId xmlns:r="http://schemas.openxmlformats.org/officeDocument/2006/relationships" id="2147483659" r:id="Rdd39551a2040448d"/>
    <p:sldLayoutId xmlns:r="http://schemas.openxmlformats.org/officeDocument/2006/relationships" id="2147483660" r:id="R73b0a44e65044dd7"/>
    <p:sldLayoutId xmlns:r="http://schemas.openxmlformats.org/officeDocument/2006/relationships" id="2147483661" r:id="R90998d01796f4d15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2"/>
            </a:gs>
            <a:gs pos="100000">
              <a:srgbClr val="E7F5FB"/>
            </a:gs>
          </a:gsLst>
          <a:lin ang="5400012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15">
            <a:extLst xmlns:a="http://schemas.openxmlformats.org/drawingml/2006/main">
              <a:ext uri="{FF2B5EF4-FFF2-40B4-BE49-F238E27FC236}">
                <a16:creationId xmlns:a16="http://schemas.microsoft.com/office/drawing/2014/main" id="{286187F7-281E-482F-9BA6-5889BB371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300" y="456300"/>
            <a:ext cx="8226900" cy="5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625" tIns="35225" rIns="67625" bIns="352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 i="0" u="none" cap="none">
                <a:solidFill>
                  <a:srgbClr val="262626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81" name="Google Shape;81;p15">
            <a:extLst xmlns:a="http://schemas.openxmlformats.org/drawingml/2006/main">
              <a:ext uri="{FF2B5EF4-FFF2-40B4-BE49-F238E27FC236}">
                <a16:creationId xmlns:a16="http://schemas.microsoft.com/office/drawing/2014/main" id="{A408CB8B-09F0-4D44-B646-9A9EC693D0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6300" y="1117800"/>
            <a:ext cx="8226900" cy="356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rmAutofit/>
          </a:bodyPr>
          <a:lstStyle xmlns:a="http://schemas.openxmlformats.org/drawingml/2006/main"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2" name="Google Shape;82;p15">
            <a:extLst xmlns:a="http://schemas.openxmlformats.org/drawingml/2006/main">
              <a:ext uri="{FF2B5EF4-FFF2-40B4-BE49-F238E27FC236}">
                <a16:creationId xmlns:a16="http://schemas.microsoft.com/office/drawing/2014/main" id="{311B7957-65E5-4D61-A72B-A683C4D25B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90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3" name="Google Shape;83;p15">
            <a:extLst xmlns:a="http://schemas.openxmlformats.org/drawingml/2006/main">
              <a:ext uri="{FF2B5EF4-FFF2-40B4-BE49-F238E27FC236}">
                <a16:creationId xmlns:a16="http://schemas.microsoft.com/office/drawing/2014/main" id="{6C04583B-5D10-473C-AB39-6072561C71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87000" y="4735800"/>
            <a:ext cx="2970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4" name="Google Shape;84;p15">
            <a:extLst xmlns:a="http://schemas.openxmlformats.org/drawingml/2006/main">
              <a:ext uri="{FF2B5EF4-FFF2-40B4-BE49-F238E27FC236}">
                <a16:creationId xmlns:a16="http://schemas.microsoft.com/office/drawing/2014/main" id="{9DB9B075-B21B-460C-9329-F57CB06EF8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58200" y="4735800"/>
            <a:ext cx="2025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c06950df5fd54dce"/>
    <p:sldLayoutId xmlns:r="http://schemas.openxmlformats.org/officeDocument/2006/relationships" id="2147483664" r:id="R85cc27924e284c5f"/>
    <p:sldLayoutId xmlns:r="http://schemas.openxmlformats.org/officeDocument/2006/relationships" id="2147483665" r:id="R5d2520cb11a349b2"/>
    <p:sldLayoutId xmlns:r="http://schemas.openxmlformats.org/officeDocument/2006/relationships" id="2147483666" r:id="Rb3a0ea55a5074e27"/>
    <p:sldLayoutId xmlns:r="http://schemas.openxmlformats.org/officeDocument/2006/relationships" id="2147483667" r:id="Rf32933e2c5154b04"/>
    <p:sldLayoutId xmlns:r="http://schemas.openxmlformats.org/officeDocument/2006/relationships" id="2147483668" r:id="Rcbb6a0f0c56946f5"/>
    <p:sldLayoutId xmlns:r="http://schemas.openxmlformats.org/officeDocument/2006/relationships" id="2147483669" r:id="R78d454797b654ea1"/>
    <p:sldLayoutId xmlns:r="http://schemas.openxmlformats.org/officeDocument/2006/relationships" id="2147483670" r:id="R90a8b00c141d4a38"/>
    <p:sldLayoutId xmlns:r="http://schemas.openxmlformats.org/officeDocument/2006/relationships" id="2147483671" r:id="R8b34503d2e1745da"/>
    <p:sldLayoutId xmlns:r="http://schemas.openxmlformats.org/officeDocument/2006/relationships" id="2147483672" r:id="R083b8924e04844fd"/>
    <p:sldLayoutId xmlns:r="http://schemas.openxmlformats.org/officeDocument/2006/relationships" id="2147483673" r:id="Rc21718d1add943f3"/>
    <p:sldLayoutId xmlns:r="http://schemas.openxmlformats.org/officeDocument/2006/relationships" id="2147483674" r:id="R48fe06cd0466418a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df69679784508" /><Relationship Type="http://schemas.openxmlformats.org/officeDocument/2006/relationships/image" Target="/ppt/media/image3.png" Id="R367bfc7fb56e4e14" /><Relationship Type="http://schemas.openxmlformats.org/officeDocument/2006/relationships/notesSlide" Target="/ppt/notesSlides/notesSlide1.xml" Id="R641439471cc345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4e24bc6aa124736" /><Relationship Type="http://schemas.openxmlformats.org/officeDocument/2006/relationships/image" Target="/ppt/media/image4.png" Id="Ra08777b053754995" /><Relationship Type="http://schemas.openxmlformats.org/officeDocument/2006/relationships/notesSlide" Target="/ppt/notesSlides/notesSlide2.xml" Id="Rffb3928084dc49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70b2b5277de4992" /><Relationship Type="http://schemas.openxmlformats.org/officeDocument/2006/relationships/image" Target="/ppt/media/image4.png" Id="R84f1a7c3612c46d4" /><Relationship Type="http://schemas.openxmlformats.org/officeDocument/2006/relationships/notesSlide" Target="/ppt/notesSlides/notesSlide3.xml" Id="R7855c9cc225942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dc65315b9f749b5" /><Relationship Type="http://schemas.openxmlformats.org/officeDocument/2006/relationships/image" Target="/ppt/media/image4.png" Id="R48b3d29b48224a7e" /><Relationship Type="http://schemas.openxmlformats.org/officeDocument/2006/relationships/chart" Target="/ppt/slides/charts/chart1.xml" Id="R53b14f722ade4172" /><Relationship Type="http://schemas.openxmlformats.org/officeDocument/2006/relationships/notesSlide" Target="/ppt/notesSlides/notesSlide4.xml" Id="R3177a42e80054c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868ae6541324657" /><Relationship Type="http://schemas.openxmlformats.org/officeDocument/2006/relationships/image" Target="/ppt/media/image4.png" Id="R1d560c81093143ce" /><Relationship Type="http://schemas.openxmlformats.org/officeDocument/2006/relationships/chart" Target="/ppt/slides/charts/chart2.xml" Id="R2eb93824121b4945" /><Relationship Type="http://schemas.openxmlformats.org/officeDocument/2006/relationships/notesSlide" Target="/ppt/notesSlides/notesSlide5.xml" Id="R4a2fe05b13b94f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975b69248db4df2" /><Relationship Type="http://schemas.openxmlformats.org/officeDocument/2006/relationships/image" Target="/ppt/media/image4.png" Id="R132d889e29b74b0b" /><Relationship Type="http://schemas.openxmlformats.org/officeDocument/2006/relationships/chart" Target="/ppt/slides/charts/chart3.xml" Id="R0c30bd39e0b4442f" /><Relationship Type="http://schemas.openxmlformats.org/officeDocument/2006/relationships/notesSlide" Target="/ppt/notesSlides/notesSlide6.xml" Id="Ra3f2916b6af54f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dbd55ae1100412d" /><Relationship Type="http://schemas.openxmlformats.org/officeDocument/2006/relationships/image" Target="/ppt/media/image4.png" Id="Rd1aff7d58126462c" /><Relationship Type="http://schemas.openxmlformats.org/officeDocument/2006/relationships/notesSlide" Target="/ppt/notesSlides/notesSlide7.xml" Id="R4683845cf7ce41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591b04fb4034c5c" /><Relationship Type="http://schemas.openxmlformats.org/officeDocument/2006/relationships/image" Target="/ppt/media/image4.png" Id="R404d8efe69da4c31" /><Relationship Type="http://schemas.openxmlformats.org/officeDocument/2006/relationships/notesSlide" Target="/ppt/notesSlides/notesSlide8.xml" Id="Rb284df2e282548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19374a9e9e548e2" /><Relationship Type="http://schemas.openxmlformats.org/officeDocument/2006/relationships/image" Target="/ppt/media/image4.png" Id="Rfe2cf6bc88e74773" /><Relationship Type="http://schemas.openxmlformats.org/officeDocument/2006/relationships/notesSlide" Target="/ppt/notesSlides/notesSlide9.xml" Id="R24bc4b84c5f845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04e9f4a3adb42e7" /><Relationship Type="http://schemas.openxmlformats.org/officeDocument/2006/relationships/image" Target="/ppt/media/image4.png" Id="Rca67926bfad9488b" /><Relationship Type="http://schemas.openxmlformats.org/officeDocument/2006/relationships/notesSlide" Target="/ppt/notesSlides/notesSlide10.xml" Id="R3c7b37957ec24a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706fd2ef4db44a5" /><Relationship Type="http://schemas.openxmlformats.org/officeDocument/2006/relationships/image" Target="/ppt/media/image4.png" Id="Ra7cb33cbd78c4aee" /><Relationship Type="http://schemas.openxmlformats.org/officeDocument/2006/relationships/notesSlide" Target="/ppt/notesSlides/notesSlide11.xml" Id="R8fc64696e6104451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Finish 率</c:v>
          </c:tx>
          <c:spPr>
            <a:solidFill xmlns:a="http://schemas.openxmlformats.org/drawingml/2006/main">
              <a:srgbClr val="4285F4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</c:formatCode>
              <c:ptCount val="3"/>
              <c:pt idx="0">
                <c:v>100</c:v>
              </c:pt>
              <c:pt idx="1">
                <c:v>60</c:v>
              </c:pt>
              <c:pt idx="2">
                <c:v>100</c:v>
              </c:pt>
            </c:numLit>
          </c:val>
        </c:ser>
        <c:ser>
          <c:idx val="1"/>
          <c:order val="1"/>
          <c:tx>
            <c:v>最终 PASS 率</c:v>
          </c:tx>
          <c:spPr>
            <a:solidFill xmlns:a="http://schemas.openxmlformats.org/drawingml/2006/main">
              <a:srgbClr val="00A86B"/>
            </a:solidFill>
          </c:spPr>
          <c:dPt>
            <c:idx val="1"/>
            <c:spPr>
              <a:solidFill xmlns:a="http://schemas.openxmlformats.org/drawingml/2006/main">
                <a:srgbClr val="F59E0B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</c:formatCode>
              <c:ptCount val="3"/>
              <c:pt idx="0">
                <c:v>100</c:v>
              </c:pt>
              <c:pt idx="1">
                <c:v>40</c:v>
              </c:pt>
              <c:pt idx="2">
                <c:v>100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00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4B5563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6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675" b="1">
                    <a:solidFill>
                      <a:srgbClr val="4B5563"/>
                    </a:solidFill>
                  </a:rPr>
                  <a:t>Rate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4B5563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B5563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00">
              <a:solidFill>
                <a:srgbClr val="4B5563"/>
              </a:solidFill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最大 CV</c:v>
          </c:tx>
          <c:spPr>
            <a:solidFill xmlns:a="http://schemas.openxmlformats.org/drawingml/2006/main">
              <a:srgbClr val="4285F4"/>
            </a:solidFill>
          </c:spPr>
          <c:dPt>
            <c:idx val="1"/>
            <c:spPr>
              <a:solidFill xmlns:a="http://schemas.openxmlformats.org/drawingml/2006/main">
                <a:srgbClr val="DC2626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0.0</c:formatCode>
              <c:ptCount val="3"/>
              <c:pt idx="0">
                <c:v>0.825</c:v>
              </c:pt>
              <c:pt idx="1">
                <c:v>6.83</c:v>
              </c:pt>
              <c:pt idx="2">
                <c:v>0.86</c:v>
              </c:pt>
            </c:numLit>
          </c:val>
        </c:ser>
        <c:ser>
          <c:idx val="1"/>
          <c:order val="1"/>
          <c:tx>
            <c:v>QC 4%</c:v>
          </c:tx>
          <c:spPr>
            <a:solidFill xmlns:a="http://schemas.openxmlformats.org/drawingml/2006/main">
              <a:srgbClr val="CFF7E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0.0</c:formatCode>
              <c:ptCount val="3"/>
              <c:pt idx="0">
                <c:v>4</c:v>
              </c:pt>
              <c:pt idx="1">
                <c:v>4</c:v>
              </c:pt>
              <c:pt idx="2">
                <c:v>4</c:v>
              </c:pt>
            </c:numLit>
          </c:val>
        </c:ser>
        <c:ser>
          <c:idx val="2"/>
          <c:order val="2"/>
          <c:tx>
            <c:v>客户 5%</c:v>
          </c:tx>
          <c:spPr>
            <a:solidFill xmlns:a="http://schemas.openxmlformats.org/drawingml/2006/main">
              <a:srgbClr val="DBEAF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0.0</c:formatCode>
              <c:ptCount val="3"/>
              <c:pt idx="0">
                <c:v>5</c:v>
              </c:pt>
              <c:pt idx="1">
                <c:v>5</c:v>
              </c:pt>
              <c:pt idx="2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00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4B5563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6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4B5563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B5563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00">
              <a:solidFill>
                <a:srgbClr val="4B5563"/>
              </a:solidFill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最大最差通道 CV</c:v>
          </c:tx>
          <c:spPr>
            <a:solidFill xmlns:a="http://schemas.openxmlformats.org/drawingml/2006/main">
              <a:srgbClr val="4285F4"/>
            </a:solidFill>
          </c:spPr>
          <c:dPt>
            <c:idx val="1"/>
            <c:spPr>
              <a:solidFill xmlns:a="http://schemas.openxmlformats.org/drawingml/2006/main">
                <a:srgbClr val="F59E0B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0.0</c:formatCode>
              <c:ptCount val="3"/>
              <c:pt idx="0">
                <c:v>2.88</c:v>
              </c:pt>
              <c:pt idx="1">
                <c:v>3.45</c:v>
              </c:pt>
              <c:pt idx="2">
                <c:v>3.04</c:v>
              </c:pt>
            </c:numLit>
          </c:val>
        </c:ser>
        <c:ser>
          <c:idx val="1"/>
          <c:order val="1"/>
          <c:tx>
            <c:v>QC 5.6%</c:v>
          </c:tx>
          <c:spPr>
            <a:solidFill xmlns:a="http://schemas.openxmlformats.org/drawingml/2006/main">
              <a:srgbClr val="CFF7E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0.0</c:formatCode>
              <c:ptCount val="3"/>
              <c:pt idx="0">
                <c:v>5.6</c:v>
              </c:pt>
              <c:pt idx="1">
                <c:v>5.6</c:v>
              </c:pt>
              <c:pt idx="2">
                <c:v>5.6</c:v>
              </c:pt>
            </c:numLit>
          </c:val>
        </c:ser>
        <c:ser>
          <c:idx val="2"/>
          <c:order val="2"/>
          <c:tx>
            <c:v>客户 7%</c:v>
          </c:tx>
          <c:spPr>
            <a:solidFill xmlns:a="http://schemas.openxmlformats.org/drawingml/2006/main">
              <a:srgbClr val="DBEAF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Mold Oring</c:v>
              </c:pt>
              <c:pt idx="1">
                <c:v>Rod Seal</c:v>
              </c:pt>
              <c:pt idx="2">
                <c:v>Mold Seal</c:v>
              </c:pt>
            </c:strLit>
          </c:cat>
          <c:val>
            <c:numLit>
              <c:formatCode>0.0</c:formatCode>
              <c:ptCount val="3"/>
              <c:pt idx="0">
                <c:v>7</c:v>
              </c:pt>
              <c:pt idx="1">
                <c:v>7</c:v>
              </c:pt>
              <c:pt idx="2">
                <c:v>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00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4B5563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6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4B5563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B5563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00">
              <a:solidFill>
                <a:srgbClr val="4B5563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" name="Google Shape;167;p28">
            <a:extLst xmlns:a="http://schemas.openxmlformats.org/drawingml/2006/main">
              <a:ext uri="{FF2B5EF4-FFF2-40B4-BE49-F238E27FC236}">
                <a16:creationId xmlns:a16="http://schemas.microsoft.com/office/drawing/2014/main" id="{870EC8D2-ABDC-4467-80D3-371D0EBC56B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81350" y="1707900"/>
            <a:ext cx="5801400" cy="118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P2HHV32 96CH LV 三种类型老化测试对比报告</a:t>
            </a:r>
          </a:p>
        </p:txBody>
      </p:sp>
      <p:sp>
        <p:nvSpPr>
          <p:cNvPr id="168" name="Google Shape;168;p28">
            <a:extLst xmlns:a="http://schemas.openxmlformats.org/drawingml/2006/main">
              <a:ext uri="{FF2B5EF4-FFF2-40B4-BE49-F238E27FC236}">
                <a16:creationId xmlns:a16="http://schemas.microsoft.com/office/drawing/2014/main" id="{65FF433E-188D-4F4B-8B24-FED30ED4D1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023625" y="3748200"/>
            <a:ext cx="3054300" cy="49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75714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2026.06.15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SZ ENG</a:t>
            </a:r>
          </a:p>
        </p:txBody>
      </p:sp>
      <p:pic>
        <p:nvPicPr>
          <p:cNvPr id="172" name="Google Shape;169;p28"/>
          <p:cNvPicPr>
            <a:picLocks xmlns:a="http://schemas.openxmlformats.org/drawingml/2006/main" noChangeAspect="1"/>
          </p:cNvPicPr>
          <p:nvPr>
            <p:ph type="pic" idx="2"/>
          </p:nvPr>
        </p:nvPicPr>
        <p:blipFill rotWithShape="1">
          <a:blip xmlns:r="http://schemas.openxmlformats.org/officeDocument/2006/relationships" xmlns:a="http://schemas.openxmlformats.org/drawingml/2006/main" r:embed="R367bfc7fb56e4e14">
            <a:alphaModFix/>
          </a:blip>
          <a:srcRect xmlns:a="http://schemas.openxmlformats.org/drawingml/2006/main" l="1393" t="0" r="65272" b="22654"/>
          <a:stretch xmlns:a="http://schemas.openxmlformats.org/drawingml/2006/main"/>
        </p:blipFill>
        <p:spPr>
          <a:xfrm xmlns:a="http://schemas.openxmlformats.org/drawingml/2006/main">
            <a:off x="0" y="0"/>
            <a:ext cx="3181348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67765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1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8777b05375499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执行摘要：三种类型差异主要集中在 Rod Seal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9C4CE006-96C1-485C-A2E0-F7B35817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028D817-FED8-4783-AEDB-E3F8AE39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对比类型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062BC31-09AD-4EBB-B7F6-C0FCECD2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3 类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6A35879-15BC-4631-B001-8044FD9B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192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667290D-8BA7-4F58-BFFC-C7D85C51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954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样本总数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0A956E9-2F08-410A-B603-8199585B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763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14 台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20E5F2C-B072-4F10-A375-09B06BD8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2192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338651C-FD3F-4A4D-8E7D-67FF21F3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2954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完成 392%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101B1B0-73EB-4DC0-9E14-FD4F84E4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763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12 台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71E4B2C-3B07-45F2-8D62-52966629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2192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89DAA2D-0877-4567-B16E-150DD60D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2954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STOP / Risk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53199C7-F24B-444E-B625-2D557D8B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763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3 台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908357C-698B-49BD-B79C-A05E78DB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4953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65F2A6E9-0855-4299-AC09-9D649C32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3333"/>
                </a:solidFill>
              </a:defRPr>
            </a:pPr>
            <a:r>
              <a:rPr sz="1200" b="1">
                <a:solidFill>
                  <a:srgbClr val="333333"/>
                </a:solidFill>
              </a:rPr>
              <a:t>核心结论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3B1B314-96B7-4A94-9B1C-D5358A46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4CA7B634-1C37-40FD-A5C4-6D2D9C19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>
                <a:solidFill>
                  <a:srgbClr val="333333"/>
                </a:solidFill>
              </a:defRPr>
            </a:pPr>
            <a:r>
              <a:rPr sz="810">
                <a:solidFill>
                  <a:srgbClr val="333333"/>
                </a:solidFill>
              </a:rPr>
              <a:t>Mold Oring Rework 与 Mold Seal 均为 100% Finish / PASS，且最大 CV 均低于 1%，规格裕量充足。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F1C5FB8-A029-476B-93E1-A2BD2114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259A09CF-85C1-4134-B949-01094E21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>
                <a:solidFill>
                  <a:srgbClr val="333333"/>
                </a:solidFill>
              </a:defRPr>
            </a:pPr>
            <a:r>
              <a:rPr sz="810">
                <a:solidFill>
                  <a:srgbClr val="333333"/>
                </a:solidFill>
              </a:rPr>
              <a:t>Rod Seal 仅 2/5 明确 PASS，另有 2 台 STOP/FAIL、1 台 QC risk，是三类中唯一不建议直接放行的类型。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F5273FB-A2B3-492E-87FE-16769569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0EF04B75-937B-4BBC-835B-477D0145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>
                <a:solidFill>
                  <a:srgbClr val="333333"/>
                </a:solidFill>
              </a:defRPr>
            </a:pPr>
            <a:r>
              <a:rPr sz="810">
                <a:solidFill>
                  <a:srgbClr val="333333"/>
                </a:solidFill>
              </a:rPr>
              <a:t>Rod Seal 的主要问题不是最差通道 CV 普遍超限，而是吸液不足、泄漏/漏液记录与 392% CV 风险并存。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ECB2D19F-F612-44EA-ACF5-079631B0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3835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366E493F-271C-41A2-BB51-EFBAEF78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2A8"/>
          </a:solidFill>
          <a:ln xmlns:a="http://schemas.openxmlformats.org/drawingml/2006/main" w="0">
            <a:solidFill>
              <a:srgbClr val="FFE2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B45309"/>
                </a:solidFill>
              </a:defRPr>
            </a:pPr>
            <a:r>
              <a:rPr sz="690" b="1">
                <a:solidFill>
                  <a:srgbClr val="B45309"/>
                </a:solidFill>
              </a:rPr>
              <a:t>建议方向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DEE54F6-C88F-4B95-A706-6BB6C261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28900"/>
            <a:ext cx="209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20">
                <a:solidFill>
                  <a:srgbClr val="333333"/>
                </a:solidFill>
              </a:defRPr>
            </a:pPr>
            <a:r>
              <a:rPr sz="720">
                <a:solidFill>
                  <a:srgbClr val="333333"/>
                </a:solidFill>
              </a:rPr>
              <a:t>1. Mold Oring Rework 与 Mold Seal 可按 PASS 方向归档。</a:t>
            </a:r>
          </a:p>
          <a:p xmlns:a="http://schemas.openxmlformats.org/drawingml/2006/main">
            <a:pPr>
              <a:defRPr sz="720">
                <a:solidFill>
                  <a:srgbClr val="333333"/>
                </a:solidFill>
              </a:defRPr>
            </a:pPr>
            <a:r>
              <a:rPr sz="720">
                <a:solidFill>
                  <a:srgbClr val="333333"/>
                </a:solidFill>
              </a:rPr>
              <a:t>2. Rod Seal 建议 HOLD，完成失效 RCA、结构/装配复核和复测。</a:t>
            </a:r>
          </a:p>
          <a:p xmlns:a="http://schemas.openxmlformats.org/drawingml/2006/main">
            <a:pPr>
              <a:defRPr sz="720">
                <a:solidFill>
                  <a:srgbClr val="333333"/>
                </a:solidFill>
              </a:defRPr>
            </a:pPr>
            <a:r>
              <a:rPr sz="720">
                <a:solidFill>
                  <a:srgbClr val="333333"/>
                </a:solidFill>
              </a:rPr>
              <a:t>3. 三类正式归档前均需同步老化汇总表。</a:t>
            </a:r>
          </a:p>
          <a:p xmlns:a="http://schemas.openxmlformats.org/drawingml/2006/main">
            <a:pPr>
              <a:defRPr sz="720">
                <a:solidFill>
                  <a:srgbClr val="333333"/>
                </a:solidFill>
              </a:defRPr>
            </a:pPr>
            <a:r>
              <a:rPr sz="720">
                <a:solidFill>
                  <a:srgbClr val="333333"/>
                </a:solidFill>
              </a:rPr>
              <a:t>4. 对 392% plate4/plate5 #DIV/0! 形成统一复测或书面说明口径。</a:t>
            </a:r>
          </a:p>
        </p:txBody>
      </p:sp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8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f1a7c3612c46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三类测试状态快照：Rod Seal 存在 STOP/FAIL 与 QC risk</a:t>
            </a:r>
          </a:p>
        </p:txBody>
      </p:sp>
      <p:graphicFrame>
        <p:nvGraphicFramePr>
          <p:cNvPr id="230" name=""/>
          <p:cNvGraphicFramePr/>
          <p:nvPr/>
        </p:nvGraphicFramePr>
        <p:xfrm>
          <a:off xmlns:a="http://schemas.openxmlformats.org/drawingml/2006/main" x="400050" y="1200150"/>
          <a:ext xmlns:a="http://schemas.openxmlformats.org/drawingml/2006/main" cx="8286750" cy="1666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04950"/>
                <a:gridCol w="495300"/>
                <a:gridCol w="533400"/>
                <a:gridCol w="533400"/>
                <a:gridCol w="533400"/>
                <a:gridCol w="685800"/>
                <a:gridCol w="742950"/>
                <a:gridCol w="952500"/>
                <a:gridCol w="1000125"/>
              </a:tblGrid>
              <a:tr h="416719"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类型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样本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Fail/Stop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最大 CV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最大最差通道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8" b="1">
                          <a:solidFill>
                            <a:srgbClr val="FFFFFF"/>
                          </a:solidFill>
                        </a:rPr>
                        <a:t>综合判定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Mold Oring Rework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0.825%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2.88%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Rod Seal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6.83%</a:t>
                      </a:r>
                    </a:p>
                  </a:txBody>
                  <a:tcPr marL="91440" marR="91440" marT="45720" marB="45720"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3.45%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HOLD / RCA</a:t>
                      </a:r>
                    </a:p>
                  </a:txBody>
                  <a:tcPr marL="91440" marR="91440" marT="45720" marB="45720">
                    <a:solidFill>
                      <a:srgbClr val="FEECEC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Mold Seal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0.86%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3.04%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80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</a:tr>
            </a:tbl>
          </a:graphicData>
        </a:graphic>
      </p:graphicFrame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D641DB7-99FE-4A53-8433-43AC5E64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61F0F5F-E395-4827-BD34-338541C8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6B"/>
                </a:solidFill>
              </a:defRPr>
            </a:pPr>
            <a:r>
              <a:rPr sz="975" b="1">
                <a:solidFill>
                  <a:srgbClr val="00A86B"/>
                </a:solidFill>
              </a:rPr>
              <a:t>Mold Oring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7B33C4A9-171D-473B-A2D7-4A04706F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>
                <a:solidFill>
                  <a:srgbClr val="333333"/>
                </a:solidFill>
              </a:defRPr>
            </a:pPr>
            <a:r>
              <a:rPr sz="698">
                <a:solidFill>
                  <a:srgbClr val="333333"/>
                </a:solidFill>
              </a:rPr>
              <a:t>4/4 到达 392% / 1.02M</a:t>
            </a:r>
          </a:p>
          <a:p xmlns:a="http://schemas.openxmlformats.org/drawingml/2006/main">
            <a:pPr>
              <a:defRPr sz="698">
                <a:solidFill>
                  <a:srgbClr val="333333"/>
                </a:solidFill>
              </a:defRPr>
            </a:pPr>
            <a:r>
              <a:rPr sz="698">
                <a:solidFill>
                  <a:srgbClr val="333333"/>
                </a:solidFill>
              </a:rPr>
              <a:t>最终 PASS：4/4；Fail/Stop：0/4</a:t>
            </a:r>
          </a:p>
          <a:p xmlns:a="http://schemas.openxmlformats.org/drawingml/2006/main">
            <a:pPr>
              <a:defRPr sz="698">
                <a:solidFill>
                  <a:srgbClr val="333333"/>
                </a:solidFill>
              </a:defRPr>
            </a:pPr>
            <a:r>
              <a:rPr sz="698">
                <a:solidFill>
                  <a:srgbClr val="333333"/>
                </a:solidFill>
              </a:rPr>
              <a:t>判定：PASS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E124F24-AF37-4661-97F1-AC33D7C8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004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BECFDB9-7F97-44AE-87B7-752DDB2B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90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Rod Seal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A712206-97D5-4EE6-A9DF-33A9A70B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3855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>
                <a:solidFill>
                  <a:srgbClr val="333333"/>
                </a:solidFill>
              </a:defRPr>
            </a:pPr>
            <a:r>
              <a:rPr sz="698">
                <a:solidFill>
                  <a:srgbClr val="333333"/>
                </a:solidFill>
              </a:rPr>
              <a:t>3/5 到达 392%；2/5 在 175% 前后停止</a:t>
            </a:r>
          </a:p>
          <a:p xmlns:a="http://schemas.openxmlformats.org/drawingml/2006/main">
            <a:pPr>
              <a:defRPr sz="698">
                <a:solidFill>
                  <a:srgbClr val="333333"/>
                </a:solidFill>
              </a:defRPr>
            </a:pPr>
            <a:r>
              <a:rPr sz="698">
                <a:solidFill>
                  <a:srgbClr val="333333"/>
                </a:solidFill>
              </a:rPr>
              <a:t>最终 PASS：2/5；Fail/Stop：2/5</a:t>
            </a:r>
          </a:p>
          <a:p xmlns:a="http://schemas.openxmlformats.org/drawingml/2006/main">
            <a:pPr>
              <a:defRPr sz="698">
                <a:solidFill>
                  <a:srgbClr val="333333"/>
                </a:solidFill>
              </a:defRPr>
            </a:pPr>
            <a:r>
              <a:rPr sz="698">
                <a:solidFill>
                  <a:srgbClr val="333333"/>
                </a:solidFill>
              </a:rPr>
              <a:t>判定：HOLD / RCA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F65FFEA-5AE9-4EA5-A852-ACCF35C3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004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0B7593E-D507-44BF-8E73-F997444D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90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6B"/>
                </a:solidFill>
              </a:defRPr>
            </a:pPr>
            <a:r>
              <a:rPr sz="975" b="1">
                <a:solidFill>
                  <a:srgbClr val="00A86B"/>
                </a:solidFill>
              </a:rPr>
              <a:t>Mold Seal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250D378-FA88-467B-8D18-775A8AA0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>
                <a:solidFill>
                  <a:srgbClr val="333333"/>
                </a:solidFill>
              </a:defRPr>
            </a:pPr>
            <a:r>
              <a:rPr sz="698">
                <a:solidFill>
                  <a:srgbClr val="333333"/>
                </a:solidFill>
              </a:rPr>
              <a:t>5/5 到达 392% / 1.02M</a:t>
            </a:r>
          </a:p>
          <a:p xmlns:a="http://schemas.openxmlformats.org/drawingml/2006/main">
            <a:pPr>
              <a:defRPr sz="698">
                <a:solidFill>
                  <a:srgbClr val="333333"/>
                </a:solidFill>
              </a:defRPr>
            </a:pPr>
            <a:r>
              <a:rPr sz="698">
                <a:solidFill>
                  <a:srgbClr val="333333"/>
                </a:solidFill>
              </a:rPr>
              <a:t>最终 PASS：5/5；Fail/Stop：0/5</a:t>
            </a:r>
          </a:p>
          <a:p xmlns:a="http://schemas.openxmlformats.org/drawingml/2006/main">
            <a:pPr>
              <a:defRPr sz="698">
                <a:solidFill>
                  <a:srgbClr val="333333"/>
                </a:solidFill>
              </a:defRPr>
            </a:pPr>
            <a:r>
              <a:rPr sz="698">
                <a:solidFill>
                  <a:srgbClr val="333333"/>
                </a:solidFill>
              </a:rPr>
              <a:t>判定：PASS</a:t>
            </a:r>
          </a:p>
        </p:txBody>
      </p:sp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0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b3d29b48224a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完成率与最终 PASS 率：Rod Seal 明显落后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DF98B41-2606-45D2-B18B-A4379C7F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59055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33" name="Chart"/>
          <p:cNvGraphicFramePr/>
          <p:nvPr/>
        </p:nvGraphicFramePr>
        <p:xfrm>
          <a:off xmlns:a="http://schemas.openxmlformats.org/drawingml/2006/main" x="781050" y="14668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b14f722ade4172"/>
          </a:graphicData>
        </a:graphic>
      </p:graphicFrame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5F1A5C3-FA77-43EB-9D19-7FA56BCF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525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BE5A0343-7FC5-413B-8849-DEFC66B1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2875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最高 PASS 率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BFB9EB4-0B0A-4948-9CC9-6CFEAE77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97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100%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606C5E0E-2116-4CDC-BFB0-CFD7A249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53" b="1">
                <a:solidFill>
                  <a:srgbClr val="00A86B"/>
                </a:solidFill>
              </a:defRPr>
            </a:pPr>
            <a:r>
              <a:rPr sz="653" b="1">
                <a:solidFill>
                  <a:srgbClr val="00A86B"/>
                </a:solidFill>
              </a:rPr>
              <a:t>Mold Oring / Mold Seal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CED19B2-572F-4547-ABBD-E2E19A0D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1EB377E-A52B-4A75-936B-4AE88BD4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Rod Seal PASS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48F3C297-A7D5-4CCC-80E8-BAE0971F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431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40%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EDFE0FC7-40C4-489E-8C16-B0F51044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14116582-F724-4198-A52A-AB512CE6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290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C2626"/>
                </a:solidFill>
              </a:defRPr>
            </a:pPr>
            <a:r>
              <a:rPr sz="975" b="1">
                <a:solidFill>
                  <a:srgbClr val="DC2626"/>
                </a:solidFill>
              </a:rPr>
              <a:t>风险点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4EE7557B-CE73-4299-975F-9792BC31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57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333333"/>
                </a:solidFill>
              </a:defRPr>
            </a:pPr>
            <a:r>
              <a:rPr sz="675">
                <a:solidFill>
                  <a:srgbClr val="333333"/>
                </a:solidFill>
              </a:rPr>
              <a:t>Rod Seal 有 2 台 STOP/FAIL 与 1 台 QC risk。</a:t>
            </a:r>
          </a:p>
        </p:txBody>
      </p:sp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7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560c81093143c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最大光学 CV 对比：Rod Seal 175% 节点超出 QC 限值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B29E6E3-8CE7-4AB3-8B6C-66E166AC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58102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30" name="Chart"/>
          <p:cNvGraphicFramePr/>
          <p:nvPr/>
        </p:nvGraphicFramePr>
        <p:xfrm>
          <a:off xmlns:a="http://schemas.openxmlformats.org/drawingml/2006/main" x="781050" y="1466850"/>
          <a:ext xmlns:a="http://schemas.openxmlformats.org/drawingml/2006/main" cx="51435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b93824121b4945"/>
          </a:graphicData>
        </a:graphic>
      </p:graphicFrame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9EBE758-877B-49A6-827D-B4643C9C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146787F7-E9D0-4626-B672-66D3122E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1925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C2626"/>
                </a:solidFill>
              </a:defRPr>
            </a:pPr>
            <a:r>
              <a:rPr sz="975" b="1">
                <a:solidFill>
                  <a:srgbClr val="DC2626"/>
                </a:solidFill>
              </a:rPr>
              <a:t>最高值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37A49C76-8EEC-4832-B287-DD109BA0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85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C2626"/>
                </a:solidFill>
              </a:defRPr>
            </a:pPr>
            <a:r>
              <a:rPr sz="2175" b="1">
                <a:solidFill>
                  <a:srgbClr val="DC2626"/>
                </a:solidFill>
              </a:rPr>
              <a:t>6.83%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C65DF2A-B732-43D2-A527-3A356855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53">
                <a:solidFill>
                  <a:srgbClr val="333333"/>
                </a:solidFill>
              </a:defRPr>
            </a:pPr>
            <a:r>
              <a:rPr sz="653">
                <a:solidFill>
                  <a:srgbClr val="333333"/>
                </a:solidFill>
              </a:rPr>
              <a:t>Rod Seal / 0627A02 / 175%，伴随 D3/G9 吸液少。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A8216946-5E76-4944-ADCA-1B14CF4F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666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1B0796DE-98F9-4E1D-8DF0-143C552F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8132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6B"/>
                </a:solidFill>
              </a:defRPr>
            </a:pPr>
            <a:r>
              <a:rPr sz="975" b="1">
                <a:solidFill>
                  <a:srgbClr val="00A86B"/>
                </a:solidFill>
              </a:rPr>
              <a:t>通过类型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090D052-EC72-4BC7-A47D-124CEBB3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>
                <a:solidFill>
                  <a:srgbClr val="333333"/>
                </a:solidFill>
              </a:defRPr>
            </a:pPr>
            <a:r>
              <a:rPr sz="690">
                <a:solidFill>
                  <a:srgbClr val="333333"/>
                </a:solidFill>
              </a:rPr>
              <a:t>Mold Oring 与 Mold Seal 最大 CV 均低于 1%。</a:t>
            </a:r>
          </a:p>
        </p:txBody>
      </p:sp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9" name="Google Shape;221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2d889e29b74b0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5" name="Google Shape;225;p34">
            <a:extLst xmlns:a="http://schemas.openxmlformats.org/drawingml/2006/main">
              <a:ext uri="{FF2B5EF4-FFF2-40B4-BE49-F238E27FC236}">
                <a16:creationId xmlns:a16="http://schemas.microsoft.com/office/drawing/2014/main" id="{3891484F-13BF-4E66-B182-77FD34A9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最大最差通道 CV 对比：三类均低于 5.6% QC 限值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AB1F24B1-11DE-478B-A257-EB03A168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58102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42" name="Chart"/>
          <p:cNvGraphicFramePr/>
          <p:nvPr/>
        </p:nvGraphicFramePr>
        <p:xfrm>
          <a:off xmlns:a="http://schemas.openxmlformats.org/drawingml/2006/main" x="781050" y="1466850"/>
          <a:ext xmlns:a="http://schemas.openxmlformats.org/drawingml/2006/main" cx="51435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30bd39e0b4442f"/>
          </a:graphicData>
        </a:graphic>
      </p:graphicFrame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D2AEF3F3-54A9-449B-ACE8-D3F6C827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525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B72A535-3D5A-4DA3-A406-B96D47BA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2875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最高值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A32D325F-AF3B-4A43-B526-9EC18FDF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97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3.45%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8CC11D7-515E-4393-97F8-A477E956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45" b="1">
                <a:solidFill>
                  <a:srgbClr val="B45309"/>
                </a:solidFill>
              </a:defRPr>
            </a:pPr>
            <a:r>
              <a:rPr sz="645" b="1">
                <a:solidFill>
                  <a:srgbClr val="B45309"/>
                </a:solidFill>
              </a:rPr>
              <a:t>Rod Seal / 0409A02 / 200%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EFAB1EC-1C0E-48AC-9A85-AAF01F54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9C0BA07-C78B-432A-B7AF-2217C71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QC 限值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77EF59F-9598-47E8-B025-FBA5A7DD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431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5.6%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674A5BF-EBF2-4D8D-ABCB-CBE5F0C9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4FBFE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50457B71-CC7F-4C7A-91A8-BAAA111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290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解释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BCF4AFE-2329-4EAD-9A00-6AF2E95B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385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23">
                <a:solidFill>
                  <a:srgbClr val="4B5563"/>
                </a:solidFill>
              </a:defRPr>
            </a:pPr>
            <a:r>
              <a:rPr sz="623">
                <a:solidFill>
                  <a:srgbClr val="4B5563"/>
                </a:solidFill>
              </a:rPr>
              <a:t>Rod Seal 失效更偏机械/吸液/泄漏问题，而非 worst-channel CV 普遍超限。</a:t>
            </a:r>
          </a:p>
        </p:txBody>
      </p:sp>
    </p:spTree>
    <p:extLst>
      <p:ext uri="{BB962C8B-B14F-4D97-AF65-F5344CB8AC3E}">
        <p14:creationId xmlns:p14="http://schemas.microsoft.com/office/powerpoint/2010/main" val="20554589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9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aff7d5812646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Mold Oring Rework：整体通过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4BDA1E6-4031-46CA-BE59-6D4888A5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00100"/>
            <a:ext cx="11906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F7E1"/>
          </a:solidFill>
          <a:ln xmlns:a="http://schemas.openxmlformats.org/drawingml/2006/main" w="0">
            <a:solidFill>
              <a:srgbClr val="CFF7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00A86B"/>
                </a:solidFill>
              </a:defRPr>
            </a:pPr>
            <a:r>
              <a:rPr sz="690" b="1">
                <a:solidFill>
                  <a:srgbClr val="00A86B"/>
                </a:solidFill>
              </a:rPr>
              <a:t>PASS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680CCE8D-B0F1-4B84-8C38-C9C50364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D4D51C7-C773-4B30-975E-5BBA667E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样本数量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6E21364-B47B-48CD-A182-52E547C4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4 台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535AF9C-7CE6-44E3-B4D2-43337609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18C18FF-0D88-4015-9177-BECED944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Finish / PASS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DE0E47F-8A4A-4948-8EC8-53F416D8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4/4 / 4/4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A122DD2-090A-40F3-BC8A-5D709795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90ED766-CF01-4EF7-9D66-D2A08BF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0A48212-033C-4894-AADB-49CC6440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0.825%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2B054B91-53A1-4E64-9AD7-5C2AC888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0473C91-9DD3-4DB6-A026-B26FB3F6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最大最差通道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9AB5C0D-C01E-484E-A764-82C632CD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2.88%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6DE2E567-9733-4E3A-90EB-A8AB5F2F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D7EC11C-5238-4431-9E64-63C02777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类型结论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497D5D72-FEF0-4800-8771-0E523A74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522BA497-5865-4AF7-88EC-C325A7FC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333333"/>
                </a:solidFill>
              </a:defRPr>
            </a:pPr>
            <a:r>
              <a:rPr sz="713">
                <a:solidFill>
                  <a:srgbClr val="333333"/>
                </a:solidFill>
              </a:rPr>
              <a:t>4 台均 Finish 并完成 392%；所有可用 CV 与最差通道 CV 均低于规格限值，整体裕量最好。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E48D48B-DB17-4D87-BF28-F659A5A3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6E35CD5E-0923-4C9D-B913-5B74CA08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333333"/>
                </a:solidFill>
              </a:defRPr>
            </a:pPr>
            <a:r>
              <a:rPr sz="675">
                <a:solidFill>
                  <a:srgbClr val="333333"/>
                </a:solidFill>
              </a:rPr>
              <a:t>汇总表仍显示 238% running；392% plate4/plate5 为 #DIV/0!；0411A03 有 0% high %D 备注但后续 CV 在规格内。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54471C0F-453C-444D-A7CF-0815E1E1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47875"/>
            <a:ext cx="41338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61" name=""/>
          <p:cNvGraphicFramePr/>
          <p:nvPr/>
        </p:nvGraphicFramePr>
        <p:xfrm>
          <a:off xmlns:a="http://schemas.openxmlformats.org/drawingml/2006/main" x="4419600" y="2286000"/>
          <a:ext xmlns:a="http://schemas.openxmlformats.org/drawingml/2006/main" cx="3790950" cy="14097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71500"/>
                <a:gridCol w="666750"/>
                <a:gridCol w="552450"/>
                <a:gridCol w="476250"/>
                <a:gridCol w="552450"/>
                <a:gridCol w="971550"/>
              </a:tblGrid>
              <a:tr h="281940"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SN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Max CV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Max worst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备注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0401A03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0.566%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1.01%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392% plate4/plate5 #DIV/0!</a:t>
                      </a:r>
                    </a:p>
                  </a:txBody>
                  <a:tcPr marL="91440" marR="91440" marT="45720" marB="45720"/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0408A02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0.492%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1.41%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392% plate4/plate5 #DIV/0!</a:t>
                      </a:r>
                    </a:p>
                  </a:txBody>
                  <a:tcPr marL="91440" marR="91440" marT="45720" marB="45720"/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0410A07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0.724%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1.60%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392% plate4/plate5 #DIV/0!</a:t>
                      </a:r>
                    </a:p>
                  </a:txBody>
                  <a:tcPr marL="91440" marR="91440" marT="45720" marB="45720"/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0411A03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0.825%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2.88%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0% high %D note; within spec later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9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04d8efe69da4c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Rod Seal：需 HOLD 与 RCA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130B9C1-888E-4F82-9006-8460C745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00100"/>
            <a:ext cx="11906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DC2626"/>
                </a:solidFill>
              </a:defRPr>
            </a:pPr>
            <a:r>
              <a:rPr sz="690" b="1">
                <a:solidFill>
                  <a:srgbClr val="DC2626"/>
                </a:solidFill>
              </a:rPr>
              <a:t>HOLD / RCA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B81C4C7-3B72-489D-8338-B35D8812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8E63B84-5CDB-41F2-81CB-308D94AB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样本数量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7C061716-DB7B-4390-A9AD-6210EAAD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5 台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CA17272-57F9-4BC6-A0DC-F0080059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4A135E7-4E95-4360-B391-C02A3297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Finish / PASS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0FB99F1-EF37-4498-9ACE-EEA08385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3/5 / 2/5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2EEA165F-746B-4C88-97BD-374D8C46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CF14135-26CC-4D82-8077-C8A9F5A7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02AD33B4-550D-40AF-9DE5-2AD30627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6.83%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753D7C4-2BA5-4E69-8B5B-416A555F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7919A1E-82AB-457B-96B8-D96F8026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最大最差通道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BA7FC8D-8109-4063-BAF9-0CCDE900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3.45%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57044DFC-8E83-468E-AB6D-BDDA2DA3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FF30827C-AA8E-4C33-AE6C-3E2C4250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类型结论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475DF84A-DFD8-4DE1-AC18-4BD0B3A1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A2047121-148C-4A0E-B855-A678DCEA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333333"/>
                </a:solidFill>
              </a:defRPr>
            </a:pPr>
            <a:r>
              <a:rPr sz="713">
                <a:solidFill>
                  <a:srgbClr val="333333"/>
                </a:solidFill>
              </a:rPr>
              <a:t>唯一出现 STOP/FAIL 与 QC risk 的类型；失效集中在吸液不足、漏液/泄漏率异常和 392% CV 超 QC 风险。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F1CD7D13-B0C8-45B1-B4BB-C42D5E78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210E15D2-4134-4ADA-ADD6-FED84066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333333"/>
                </a:solidFill>
              </a:defRPr>
            </a:pPr>
            <a:r>
              <a:rPr sz="675">
                <a:solidFill>
                  <a:srgbClr val="333333"/>
                </a:solidFill>
              </a:rPr>
              <a:t>0627A02 175% CV 6.83% 且 D3/G9 吸液少；0627A03 150%-175% FAIL；0701A01 Finish 但 392% CV 4.16%，判定 QC risk。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C9109B6-E6FD-41D6-AADB-B4AB61C4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47875"/>
            <a:ext cx="41338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61" name=""/>
          <p:cNvGraphicFramePr/>
          <p:nvPr/>
        </p:nvGraphicFramePr>
        <p:xfrm>
          <a:off xmlns:a="http://schemas.openxmlformats.org/drawingml/2006/main" x="4419600" y="2286000"/>
          <a:ext xmlns:a="http://schemas.openxmlformats.org/drawingml/2006/main" cx="3790950" cy="1581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71500"/>
                <a:gridCol w="666750"/>
                <a:gridCol w="552450"/>
                <a:gridCol w="476250"/>
                <a:gridCol w="552450"/>
                <a:gridCol w="971550"/>
              </a:tblGrid>
              <a:tr h="263525"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SN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Max CV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Max worst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备注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0627A02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STOP 150%-175%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FAIL/STOP</a:t>
                      </a:r>
                    </a:p>
                  </a:txBody>
                  <a:tcPr marL="91440" marR="91440" marT="45720" marB="45720"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6.83%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0.81%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D3/G9 吸液少；返修/拆机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0409A03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0.52%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1.07%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392% plate4/plate5 #DIV/0!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0409A02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0.74%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3.45%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200% B5 LOW %D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0627A03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STOP 150%-175%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FAIL/STOP</a:t>
                      </a:r>
                    </a:p>
                  </a:txBody>
                  <a:tcPr marL="91440" marR="91440" marT="45720" marB="45720"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0.47%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0.66%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E10/B7 不吸液；CH19/58 泄漏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0701A01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QC RISK</a:t>
                      </a:r>
                    </a:p>
                  </a:txBody>
                  <a:tcPr marL="91440" marR="91440" marT="45720" marB="45720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4.16%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2.30%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H4 LOW %D；泄漏率 23.46 pa/s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9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2cf6bc88e7477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Mold Seal：整体通过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52E1D9F-56CC-4E2A-BCBD-196F8221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00100"/>
            <a:ext cx="11906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F7E1"/>
          </a:solidFill>
          <a:ln xmlns:a="http://schemas.openxmlformats.org/drawingml/2006/main" w="0">
            <a:solidFill>
              <a:srgbClr val="CFF7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00A86B"/>
                </a:solidFill>
              </a:defRPr>
            </a:pPr>
            <a:r>
              <a:rPr sz="690" b="1">
                <a:solidFill>
                  <a:srgbClr val="00A86B"/>
                </a:solidFill>
              </a:rPr>
              <a:t>PASS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3AF0AFB-CF3A-4BFD-89D5-12A66F3D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270092D-0204-43B5-8F50-60922C49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样本数量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915D3999-2368-4245-B679-82DFECAA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5 台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D1E1FEA-0F10-490B-B25D-E965E233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CFE1A90-EF7E-42C8-B6B1-15EE5ECF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Finish / PASS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EE771FA-2E2A-42CA-870D-438E24D8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5/5 / 5/5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F3D908D-D18A-49B0-8B88-305FE95E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2F2B99E-9B40-41D5-9571-3B2EB68B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 CV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F1DE20E-0A1D-4DA1-9AFF-DE438921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0.86%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8950652-4027-4C8D-8AC6-900FBF6D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19200"/>
            <a:ext cx="1762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68CDFB09-1172-46C1-8B89-9105A72A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95400"/>
            <a:ext cx="1533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最大最差通道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FD4019E-170D-41FF-9E0A-D98346FE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763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3.04%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55CF4DC-7E50-40AA-8A13-6E2BF4F1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96E8351-D697-4D81-B768-6473DA96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类型结论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E9B684DE-1DCD-47EC-B167-0CBF616C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08D9E89C-B101-499D-B339-589EC8AF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333333"/>
                </a:solidFill>
              </a:defRPr>
            </a:pPr>
            <a:r>
              <a:rPr sz="713">
                <a:solidFill>
                  <a:srgbClr val="333333"/>
                </a:solidFill>
              </a:rPr>
              <a:t>5 台均 Finish 并完成 392%；最大 CV 0.86%，最大最差通道 CV 3.04%，均满足规格。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BC0F78C-D3E4-40A8-969D-E90D73E5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5640459-E158-4C61-B511-A3EF9CBC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333333"/>
                </a:solidFill>
              </a:defRPr>
            </a:pPr>
            <a:r>
              <a:rPr sz="675">
                <a:solidFill>
                  <a:srgbClr val="333333"/>
                </a:solidFill>
              </a:rPr>
              <a:t>汇总表仍显示 200% running；392% plate4/plate5 为 #DIV/0!；部分 315% 记录为新验证只测 3 盘。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E307A37-6D64-4491-B24E-09F6492A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47875"/>
            <a:ext cx="41338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61" name=""/>
          <p:cNvGraphicFramePr/>
          <p:nvPr/>
        </p:nvGraphicFramePr>
        <p:xfrm>
          <a:off xmlns:a="http://schemas.openxmlformats.org/drawingml/2006/main" x="4419600" y="2286000"/>
          <a:ext xmlns:a="http://schemas.openxmlformats.org/drawingml/2006/main" cx="3790950" cy="1581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71500"/>
                <a:gridCol w="666750"/>
                <a:gridCol w="552450"/>
                <a:gridCol w="476250"/>
                <a:gridCol w="552450"/>
                <a:gridCol w="971550"/>
              </a:tblGrid>
              <a:tr h="263525"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SN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判定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Max CV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Max worst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43" b="1">
                          <a:solidFill>
                            <a:srgbClr val="FFFFFF"/>
                          </a:solidFill>
                        </a:rPr>
                        <a:t>备注</a:t>
                      </a:r>
                    </a:p>
                  </a:txBody>
                  <a:tcPr marL="91440" marR="91440" marT="45720" marB="45720">
                    <a:solidFill>
                      <a:srgbClr val="263746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0407A02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0.54%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3.00%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392% plate4/plate5 #DIV/0!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0627A05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0.86%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3.04%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100% C8 LOW %D；3 盘范围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0701A05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0.69%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2.57%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392% plate4/plate5 #DIV/0!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0627A01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0.72%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1.15%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315% 新验证只测 3 盘</a:t>
                      </a:r>
                    </a:p>
                  </a:txBody>
                  <a:tcPr marL="91440" marR="91440" marT="45720" marB="45720"/>
                </a:tc>
              </a:tr>
              <a:tr h="263525"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0702A04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Finish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0.64%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1.92%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405">
                          <a:solidFill>
                            <a:srgbClr val="333333"/>
                          </a:solidFill>
                        </a:rPr>
                        <a:t>75% skip/#REF；3 盘范围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5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67926bfad9488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失效模式与数据质量对比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94DE23AC-4AD6-43AD-B1E9-7DF2554C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2381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53F3232-667E-411E-BA78-A512DC4C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83E1080-5FED-4306-A9CC-B1678D2A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DBDA5A55-C4C5-44AD-96E7-021C5749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049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Mold Oring Rework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CA89318-D77B-4358-B489-864B36EB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A86B"/>
                </a:solidFill>
              </a:defRPr>
            </a:pPr>
            <a:r>
              <a:rPr sz="750" b="1">
                <a:solidFill>
                  <a:srgbClr val="00A86B"/>
                </a:solidFill>
              </a:rPr>
              <a:t>失效/风险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6114D1D-E2B3-48EE-9A43-6D3B6E72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53">
                <a:solidFill>
                  <a:srgbClr val="4B5563"/>
                </a:solidFill>
              </a:defRPr>
            </a:pPr>
            <a:r>
              <a:rPr sz="653">
                <a:solidFill>
                  <a:srgbClr val="4B5563"/>
                </a:solidFill>
              </a:rPr>
              <a:t>无 STOP/FAIL；仅 0411A03 有 0% high %D 早期备注，后续 CV 在规格内。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C3CA5AA-DA87-41AF-88F6-63E00A7B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</a:rPr>
              <a:t>数据质量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58B6AECC-DC00-454B-A2B5-408AA750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53">
                <a:solidFill>
                  <a:srgbClr val="4B5563"/>
                </a:solidFill>
              </a:defRPr>
            </a:pPr>
            <a:r>
              <a:rPr sz="653">
                <a:solidFill>
                  <a:srgbClr val="4B5563"/>
                </a:solidFill>
              </a:rPr>
              <a:t>汇总表滞后到 238%；392% plate4/plate5 #DIV/0!。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5D134DB-0101-4F04-A029-10516CA5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85875"/>
            <a:ext cx="2381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5254485-9046-43BE-95BC-68DD144D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85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A9F9F95-0729-4B5C-A7DF-78002DA6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33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9E37A478-8779-46EC-9F06-73E9DE7E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049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Rod Seal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56B0EF82-E211-4F5E-8275-EB662C6B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431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C2626"/>
                </a:solidFill>
              </a:defRPr>
            </a:pPr>
            <a:r>
              <a:rPr sz="750" b="1">
                <a:solidFill>
                  <a:srgbClr val="DC2626"/>
                </a:solidFill>
              </a:rPr>
              <a:t>失效/风险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A0DE3F77-02FE-4AAD-A860-4756FFD7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53">
                <a:solidFill>
                  <a:srgbClr val="4B5563"/>
                </a:solidFill>
              </a:defRPr>
            </a:pPr>
            <a:r>
              <a:rPr sz="653">
                <a:solidFill>
                  <a:srgbClr val="4B5563"/>
                </a:solidFill>
              </a:rPr>
              <a:t>2 台 STOP/FAIL：吸液少、不吸液、泄漏率高；1 台 Finish 但 392% CV 4.16% QC risk。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8226BBD-17C1-44E4-85F3-CBE1D692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</a:rPr>
              <a:t>数据质量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81E87545-DF26-4ABB-94C3-C7FF4126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53">
                <a:solidFill>
                  <a:srgbClr val="4B5563"/>
                </a:solidFill>
              </a:defRPr>
            </a:pPr>
            <a:r>
              <a:rPr sz="653">
                <a:solidFill>
                  <a:srgbClr val="4B5563"/>
                </a:solidFill>
              </a:rPr>
              <a:t>部分 Finish 机台汇总表仍为 200% running；392% plate4/plate5 #DIV/0!。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3C5346A4-3235-4E49-B8C2-38C1AD5E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85875"/>
            <a:ext cx="2381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6D8FA0F-5FC1-4580-BCF9-A744BFF0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85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16A90F0C-09B1-43B0-B534-01DFD117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33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A5D978FE-29C5-446C-ABB5-F1022B00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049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Mold Seal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08945AB-FE12-43A6-B549-69E8D290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431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A86B"/>
                </a:solidFill>
              </a:defRPr>
            </a:pPr>
            <a:r>
              <a:rPr sz="750" b="1">
                <a:solidFill>
                  <a:srgbClr val="00A86B"/>
                </a:solidFill>
              </a:rPr>
              <a:t>失效/风险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0A7E7A45-A090-4905-9CC6-11BDC77C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53">
                <a:solidFill>
                  <a:srgbClr val="4B5563"/>
                </a:solidFill>
              </a:defRPr>
            </a:pPr>
            <a:r>
              <a:rPr sz="653">
                <a:solidFill>
                  <a:srgbClr val="4B5563"/>
                </a:solidFill>
              </a:rPr>
              <a:t>无 STOP/FAIL；0627A05 有 C8 LOW %D 备注，但 CV / worst-channel CV 均在规格内。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92BA235C-2A40-456B-8B7E-B1BDFC6B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</a:rPr>
              <a:t>数据质量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8CA5939A-C85B-453A-A3B5-521BF866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53">
                <a:solidFill>
                  <a:srgbClr val="4B5563"/>
                </a:solidFill>
              </a:defRPr>
            </a:pPr>
            <a:r>
              <a:rPr sz="653">
                <a:solidFill>
                  <a:srgbClr val="4B5563"/>
                </a:solidFill>
              </a:rPr>
              <a:t>汇总表滞后到 200%；392% plate4/plate5 #DIV/0!；部分 315% 仅 3 盘。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779993A-E226-49C6-A7C6-9AD9EE8F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78676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BFE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029A347-FB2F-4720-A777-EEBB60B4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91B2"/>
                </a:solidFill>
              </a:defRPr>
            </a:pPr>
            <a:r>
              <a:rPr sz="1050" b="1">
                <a:solidFill>
                  <a:srgbClr val="0891B2"/>
                </a:solidFill>
              </a:rPr>
              <a:t>共性处理建议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D12CFFE7-C912-4FCA-B82B-6E853AC7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147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</a:defRPr>
            </a:pPr>
            <a:r>
              <a:rPr sz="788">
                <a:solidFill>
                  <a:srgbClr val="333333"/>
                </a:solidFill>
              </a:rPr>
              <a:t>三类均存在老化汇总表与 RD 明细表不同步、392% plate4/plate5 #DIV/0! 的归档口径问题。建议在最终归档前统一补测或形成书面说明。</a:t>
            </a:r>
          </a:p>
        </p:txBody>
      </p:sp>
    </p:spTree>
    <p:extLst>
      <p:ext uri="{BB962C8B-B14F-4D97-AF65-F5344CB8AC3E}">
        <p14:creationId xmlns:p14="http://schemas.microsoft.com/office/powerpoint/2010/main" val="4544972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6" name="Google Shape;2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cb33cbd78c4ae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85685" y="336709"/>
            <a:ext cx="1302546" cy="5133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33">
            <a:extLst xmlns:a="http://schemas.openxmlformats.org/drawingml/2006/main">
              <a:ext uri="{FF2B5EF4-FFF2-40B4-BE49-F238E27FC236}">
                <a16:creationId xmlns:a16="http://schemas.microsoft.com/office/drawing/2014/main" id="{90156DD3-DDE8-45B2-8BEE-EC6971C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"/>
            <a:ext cx="7620000" cy="54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909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最终建议：两类可通过，Rod Seal 需暂停放行并完成 RCA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122E4DA-01E2-42BC-BC7C-338EF9E0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7429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31A71CB3-1305-46E8-AEF4-78CED443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C51544B-FE23-4C22-817D-7207566F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954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D824D9A-27C2-41DF-86BD-01C8561D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097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A86B"/>
                </a:solidFill>
              </a:defRPr>
            </a:pPr>
            <a:r>
              <a:rPr sz="1125" b="1">
                <a:solidFill>
                  <a:srgbClr val="00A86B"/>
                </a:solidFill>
              </a:rPr>
              <a:t>推荐通过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31EB810A-EBF3-4B4A-9EC1-E0C24CBA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0017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</a:defRPr>
            </a:pPr>
            <a:r>
              <a:rPr sz="788">
                <a:solidFill>
                  <a:srgbClr val="333333"/>
                </a:solidFill>
              </a:rPr>
              <a:t>Mold Oring Rework：4/4 Finish，4/4 PASS，最大 CV 0.825%，最大最差通道 CV 2.88%，三类中光学裕量最好。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8062ACA-5F83-4B76-B5F3-BD5F6C7E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429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8F600E6-193D-4B70-9A41-2773A51C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59BDE90-2AF7-4D18-B8AC-5D2DF9B4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5D75BD3F-6192-40F5-9ACD-52D6192B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431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A86B"/>
                </a:solidFill>
              </a:defRPr>
            </a:pPr>
            <a:r>
              <a:rPr sz="1125" b="1">
                <a:solidFill>
                  <a:srgbClr val="00A86B"/>
                </a:solidFill>
              </a:rPr>
              <a:t>推荐通过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C6D8B85-E9F4-4D1C-B6D9-60DA48F7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3362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</a:defRPr>
            </a:pPr>
            <a:r>
              <a:rPr sz="788">
                <a:solidFill>
                  <a:srgbClr val="333333"/>
                </a:solidFill>
              </a:rPr>
              <a:t>Mold Seal：5/5 Finish，5/5 PASS，最大 CV 0.86%，最大最差通道 CV 3.04%，可按 PASS 方向归档。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73C06065-88B4-4A0D-8A9C-3849978E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7429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F83E017-6151-486E-994D-FEF9EF23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192987DE-F18E-4DBF-9995-0C7B0CC1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C08E135-6943-45D4-8DAC-AEE4FACA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暂缓放行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B3CAF68-E311-4B6C-94D7-D9432B81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6707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</a:defRPr>
            </a:pPr>
            <a:r>
              <a:rPr sz="788">
                <a:solidFill>
                  <a:srgbClr val="333333"/>
                </a:solidFill>
              </a:rPr>
              <a:t>Rod Seal：2/5 STOP/FAIL、1/5 QC risk，建议完成失效件拆解、吸液/泄漏 RCA、结构/装配复核与复测后再判定。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22F66A3-F604-453C-BECD-96E5EDF9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7429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2180066-A9E7-4C84-A004-EA6CD0E8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归档前统一动作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2F6F3AD-3084-4E16-98E7-33981C37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91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28">
                <a:solidFill>
                  <a:srgbClr val="333333"/>
                </a:solidFill>
              </a:defRPr>
            </a:pPr>
            <a:r>
              <a:rPr sz="728">
                <a:solidFill>
                  <a:srgbClr val="333333"/>
                </a:solidFill>
              </a:rPr>
              <a:t>同步老化汇总表状态；对 392% plate4/plate5 #DIV/0! 形成统一复测或书面说明；保留所有 LOW %D、吸液少、泄漏率和三盘验证范围备注。</a:t>
            </a:r>
          </a:p>
        </p:txBody>
      </p:sp>
    </p:spTree>
    <p:extLst>
      <p:ext uri="{BB962C8B-B14F-4D97-AF65-F5344CB8AC3E}">
        <p14:creationId xmlns:p14="http://schemas.microsoft.com/office/powerpoint/2010/main" val="454497243"/>
      </p:ext>
    </p:extLst>
  </p:cSld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2026-06-15T07:19:41.2810000Z</dcterms:created>
  <dcterms:modified xsi:type="dcterms:W3CDTF">2026-06-15T07:19:41.2810000Z</dcterms:modified>
</coreProperties>
</file>