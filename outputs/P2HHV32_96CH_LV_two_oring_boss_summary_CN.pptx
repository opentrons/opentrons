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11e4ae20f54abc" /><Relationship Type="http://schemas.openxmlformats.org/officeDocument/2006/relationships/extended-properties" Target="/docProps/app.xml" Id="R781d51e0dab04f55" /><Relationship Type="http://schemas.openxmlformats.org/officeDocument/2006/relationships/officeDocument" Target="/ppt/presentation.xml" Id="R0a855ec924cf4e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7d01b697a94afd"/>
  </p:sldMasterIdLst>
  <p:notesMasterIdLst>
    <p:notesMasterId xmlns:r="http://schemas.openxmlformats.org/officeDocument/2006/relationships" r:id="R4af8d0ecce8d4152"/>
  </p:notesMasterIdLst>
  <p:sldIdLst>
    <p:sldId xmlns:r="http://schemas.openxmlformats.org/officeDocument/2006/relationships" id="256" r:id="R957dbf46fd9546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944c270db3456d" /><Relationship Type="http://schemas.openxmlformats.org/officeDocument/2006/relationships/slideMaster" Target="/ppt/slideMasters/slideMaster1.xml" Id="Rd57d01b697a94afd" /><Relationship Type="http://schemas.openxmlformats.org/officeDocument/2006/relationships/notesMaster" Target="/ppt/notesMasters/notesMaster1.xml" Id="R4af8d0ecce8d4152" /><Relationship Type="http://schemas.openxmlformats.org/officeDocument/2006/relationships/presProps" Target="/ppt/presProps.xml" Id="R1938ce7decd847de" /><Relationship Type="http://schemas.openxmlformats.org/officeDocument/2006/relationships/tableStyles" Target="/ppt/tableStyles.xml" Id="R9ecfa55563bb4872" /><Relationship Type="http://schemas.openxmlformats.org/officeDocument/2006/relationships/slide" Target="/ppt/slides/slide1.xml" Id="R957dbf46fd9546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7893392075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92aefc17ee4cd7" /><Relationship Type="http://schemas.openxmlformats.org/officeDocument/2006/relationships/notesMaster" Target="/ppt/notesMasters/notesMaster1.xml" Id="R5110a9b2677e45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66d3f293c4b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1e2eab462b42d5" /><Relationship Type="http://schemas.openxmlformats.org/officeDocument/2006/relationships/slideLayout" Target="/ppt/slideLayouts/slideLayout1.xml" Id="R9ef3ba34c60c4e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f3ba34c60c4e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30f26b47749db" /><Relationship Type="http://schemas.openxmlformats.org/officeDocument/2006/relationships/image" Target="/ppt/media/image.png" Id="R3279eeecfdbf4483" /><Relationship Type="http://schemas.openxmlformats.org/officeDocument/2006/relationships/notesSlide" Target="/ppt/notesSlides/notesSlide1.xml" Id="R7ccccf6535eb4d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8FD34-CEED-4686-B6B9-728CCFCB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9eeecfdbf4483"/>
          <a:stretch xmlns:a="http://schemas.openxmlformats.org/drawingml/2006/main"/>
        </p:blipFill>
        <p:spPr>
          <a:xfrm xmlns:a="http://schemas.openxmlformats.org/drawingml/2006/main">
            <a:off x="10363200" y="296636"/>
            <a:ext cx="1257300" cy="3592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B528F-3DF4-4158-A7BC-C464E8DB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96CH LV 老化测试结果一页总结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6B3BC-8DBF-4AD4-828B-49268007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老板版：只保留工作量、通过率、方案选择和最终建议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7B7E0-51FA-49A6-898D-69DC1FFC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06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CF1FB-6368-47B7-9068-2B188260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Mold Oring 已通过 1,020,000-1,085,000 次寿命验证，达到原设计寿命 270,000 次的约 3.8-4.0 倍；建议作为寿命提升方案推进。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6E8B9-9315-4654-B695-BC956436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6486A-59A9-4E82-B4B6-E90DCFDD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86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测试类型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8F44A-DF9E-4AAA-BBA4-6F3E7408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241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rPr>
              <a:t>2 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F451C-9A72-4C6B-AED1-C246FCA7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71700"/>
            <a:ext cx="1524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E38C9-CB07-4C01-8BCD-28C8E04B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86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跑测数量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70E9A-1AA3-451A-BD3A-7CD0209E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241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rPr>
              <a:t>19 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DF640-A079-4BB4-80B0-0A167D0D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717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1051C-8AB2-4451-8076-2905793F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860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到达终点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5E3E1-567B-419E-89BC-B029C51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5241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16 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9A358-1ECB-485F-8ADD-FE511446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200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021DD-9AD3-4BC3-8489-109690E8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286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总体 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37D81-1923-442A-9710-D741736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524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15 台 / 79%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6BA93-B772-49DF-BC78-C651D048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717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AF1CA-0321-4694-ACB6-73809531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860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Fail 已闭环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928C8F-BD6C-4C83-A522-CDBFA1F2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5241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2 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935FD-EF9F-4162-B082-B8CAF8CA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71700"/>
            <a:ext cx="1524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05EBE-B029-43AE-871D-92AC5C92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86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风险复核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9C0CCA-0A7A-436E-B082-6DC303C0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241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 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E76593-6744-4034-A979-A6BF78DD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143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A1F77-C884-4FF4-BA7A-00FE8671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Mold 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5A0BA-C57D-4B0F-B4F0-F83E1490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13 / 14 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79FEB1-6F19-450B-8B91-5A3A243C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0025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通过率 93%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F8DB82-9576-4BB5-B018-B3ED0DD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5FC71D-59B4-4AA0-BCF3-966DADE6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48200"/>
            <a:ext cx="3933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完成度高，已验证至 1,020,000-1,085,000 次。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7DC3A2-B929-415A-9BD6-8602986D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B98526-8278-41B1-BA89-9EBD1CA5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048250"/>
            <a:ext cx="3933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建议作为后续寿命提升方向推进。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3F95AD-01B0-4DF0-9CE5-5915D6CE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86125"/>
            <a:ext cx="5143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3F4EFC-5384-4ABF-A557-14CD60BF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OTP-O 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86A906-F752-4B85-9B4B-F4552A8C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2 / 5 PASS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747CDF-79E2-480E-928F-52DBCF7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10025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通过率 40%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6F783C-A644-4EB8-8297-6F8C9960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05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31CA00-5460-447D-8082-028024BB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48200"/>
            <a:ext cx="3933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 台已有分析报告和闭环，判定 Fail。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964728-4B73-4D11-B5C4-E417BF90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F33928-705A-4600-86BA-0A71C711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48250"/>
            <a:ext cx="3933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不建议作为当前通过方案。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DD9A79-84B4-44D8-BDDF-C89C2930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293B27-6EA5-4AA2-80C7-439462F5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904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90BE50-0F3C-4864-ABA9-DE6F4A06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769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继续推进 Mold Oring；OTP-O ring 作为失效/风险参考保留。</a:t>
            </a:r>
          </a:p>
        </p:txBody>
      </p:sp>
    </p:spTree>
    <p:extLst>
      <p:ext uri="{BB962C8B-B14F-4D97-AF65-F5344CB8AC3E}">
        <p14:creationId xmlns:p14="http://schemas.microsoft.com/office/powerpoint/2010/main" val="1200755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2026-06-18T02:48:44.2090000Z</dcterms:created>
  <dcterms:modified xsi:type="dcterms:W3CDTF">2026-06-18T02:48:44.2090000Z</dcterms:modified>
</coreProperties>
</file>