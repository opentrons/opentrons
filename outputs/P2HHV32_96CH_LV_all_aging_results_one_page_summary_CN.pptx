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619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P2HHV32 / P2HHV31 96CH LV 老化测试结果一页总览</a:t>
            </a:r>
            <a:endParaRPr sz="22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endParaRPr sz="105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361950"/>
            <a:ext cx="114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opentrons</a:t>
            </a:r>
            <a:endParaRPr sz="13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合创生物</a:t>
            </a:r>
            <a:endParaRPr sz="13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181100"/>
            <a:ext cx="1524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285875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纳入统计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5049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85F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285F4"/>
                </a:solidFill>
                <a:latin typeface="微软雅黑"/>
                <a:ea typeface="微软雅黑"/>
                <a:cs typeface="微软雅黑"/>
              </a:rPr>
              <a:t>18 台</a:t>
            </a:r>
            <a:endParaRPr sz="1800" b="1">
              <a:solidFill>
                <a:srgbClr val="4285F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247900" y="118110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2381250" y="1285875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完成 392%/417%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81250" y="15049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16 台</a:t>
            </a:r>
            <a:endParaRPr sz="18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248150" y="11811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1285875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 / 通过率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81500" y="15049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13 台 / 72%</a:t>
            </a:r>
            <a:endParaRPr sz="18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534150" y="118110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6667500" y="1285875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Risk + STOP/FAIL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0" y="15049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5 台</a:t>
            </a:r>
            <a:endParaRPr sz="180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534400" y="11811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1285875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RCA / 风险关闭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150495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5 项</a:t>
            </a:r>
            <a:endParaRPr sz="180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33400" y="2266950"/>
            <a:ext cx="285750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800100" y="25527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我们做了什么</a:t>
            </a:r>
            <a:endParaRPr sz="150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857250" y="30670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3009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对 96CH LV 移液器进行老化验证，覆盖 Mold Oring、OTP-O ring 等</a:t>
            </a:r>
            <a:r>
              <a:rPr lang="zh-CN"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多组合</a:t>
            </a:r>
            <a:r>
              <a: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结构。</a:t>
            </a:r>
            <a:endParaRPr sz="975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57250" y="3810000"/>
            <a:ext cx="76200" cy="7620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28700" y="375285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统一评估光学 CV、最差通道 CV、LOW %D、吸液/不吸液、泄漏率等风险信号。</a:t>
            </a:r>
            <a:endParaRPr sz="975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857250" y="455295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28700" y="44958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规格口径：CV QC 4% / 客户 5%；最差通道 CV QC 5.6% / 客户 7%。</a:t>
            </a:r>
            <a:endParaRPr sz="975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3829050" y="2266950"/>
            <a:ext cx="3429000" cy="1485900"/>
          </a:xfrm>
          <a:prstGeom prst="roundRect">
            <a:avLst>
              <a:gd name="adj" fmla="val 5128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4000500" y="24193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Mold Oring Rework</a:t>
            </a:r>
            <a:endParaRPr sz="10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096000" y="2400300"/>
            <a:ext cx="10668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715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15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00500" y="27527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跑测数量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000500" y="29337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4 台</a:t>
            </a:r>
            <a:endParaRPr sz="165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895850" y="275272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895850" y="29337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4/4</a:t>
            </a:r>
            <a:endParaRPr sz="165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676900" y="27527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通过率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676900" y="29337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100%</a:t>
            </a:r>
            <a:endParaRPr sz="15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553200" y="2752725"/>
            <a:ext cx="60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风险/失败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0/0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00500" y="333375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4/4 完成 392% / 1.02M；最大 CV 0.825%，光学裕量最好。</a:t>
            </a:r>
            <a:endParaRPr sz="75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639050" y="2266950"/>
            <a:ext cx="3429000" cy="1485900"/>
          </a:xfrm>
          <a:prstGeom prst="roundRect">
            <a:avLst>
              <a:gd name="adj" fmla="val 5128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1" name="矩形 40"/>
          <p:cNvSpPr>
            <a:spLocks noGrp="1"/>
          </p:cNvSpPr>
          <p:nvPr/>
        </p:nvSpPr>
        <p:spPr>
          <a:xfrm>
            <a:off x="7810500" y="24193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P2HHV32 Mold Seal</a:t>
            </a:r>
            <a:endParaRPr sz="10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9906000" y="2400300"/>
            <a:ext cx="10668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715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15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10500" y="27527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跑测数量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810500" y="29337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5 台</a:t>
            </a:r>
            <a:endParaRPr sz="165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05850" y="275272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705850" y="29337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5/5</a:t>
            </a:r>
            <a:endParaRPr sz="165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486900" y="27527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通过率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486900" y="29337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100%</a:t>
            </a:r>
            <a:endParaRPr sz="15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363200" y="2752725"/>
            <a:ext cx="60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风险/失败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0/0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810500" y="333375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5/5 完成 392% / 1.02M；整体满足 CV 与最差通道规格。</a:t>
            </a:r>
            <a:endParaRPr sz="75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3829050" y="3943350"/>
            <a:ext cx="3429000" cy="1485900"/>
          </a:xfrm>
          <a:prstGeom prst="roundRect">
            <a:avLst>
              <a:gd name="adj" fmla="val 5128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2" name="矩形 51"/>
          <p:cNvSpPr>
            <a:spLocks noGrp="1"/>
          </p:cNvSpPr>
          <p:nvPr/>
        </p:nvSpPr>
        <p:spPr>
          <a:xfrm>
            <a:off x="4000500" y="40957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P2HHV31 Mold Oring</a:t>
            </a:r>
            <a:endParaRPr sz="10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096000" y="4076700"/>
            <a:ext cx="10668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56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56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PASS with risk closure</a:t>
            </a:r>
            <a:endParaRPr sz="565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000500" y="44291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跑测数量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000500" y="46101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4 台</a:t>
            </a:r>
            <a:endParaRPr sz="165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895850" y="442912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895850" y="46101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2/4</a:t>
            </a:r>
            <a:endParaRPr sz="165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676900" y="44291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通过率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676900" y="46101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50%</a:t>
            </a:r>
            <a:endParaRPr sz="150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553200" y="4429125"/>
            <a:ext cx="60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风险/失败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2/0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000500" y="501015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2 台 PASS，2 台需关闭风险：0407A01 D2 漏液；0702A03 H3 low %D。</a:t>
            </a:r>
            <a:endParaRPr sz="75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639050" y="3943350"/>
            <a:ext cx="3429000" cy="1485900"/>
          </a:xfrm>
          <a:prstGeom prst="roundRect">
            <a:avLst>
              <a:gd name="adj" fmla="val 5128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3" name="矩形 62"/>
          <p:cNvSpPr>
            <a:spLocks noGrp="1"/>
          </p:cNvSpPr>
          <p:nvPr/>
        </p:nvSpPr>
        <p:spPr>
          <a:xfrm>
            <a:off x="7810500" y="4095750"/>
            <a:ext cx="2209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P2HHV32 OTP-O ring / Rod Seal</a:t>
            </a:r>
            <a:endParaRPr sz="10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9906000" y="4076700"/>
            <a:ext cx="10668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56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56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HOLD / RCA</a:t>
            </a:r>
            <a:endParaRPr sz="565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7810500" y="44291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跑测数量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810500" y="46101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5 台</a:t>
            </a:r>
            <a:endParaRPr sz="165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705850" y="442912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705850" y="46101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2/5</a:t>
            </a:r>
            <a:endParaRPr sz="165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9486900" y="44291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3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通过率</a:t>
            </a:r>
            <a:endParaRPr sz="73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486900" y="46101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40%</a:t>
            </a:r>
            <a:endParaRPr sz="150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10363200" y="4429125"/>
            <a:ext cx="60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风险/失败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69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1/2</a:t>
            </a:r>
            <a:endParaRPr sz="69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810500" y="501015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75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2 STOP/FAIL + 1 QC risk；主要问题为吸液少/不吸液、泄漏率与 392% CV 风险。</a:t>
            </a:r>
            <a:endParaRPr sz="75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533400" y="5619750"/>
            <a:ext cx="10534650" cy="838200"/>
          </a:xfrm>
          <a:prstGeom prst="roundRect">
            <a:avLst>
              <a:gd name="adj" fmla="val 9091"/>
            </a:avLst>
          </a:prstGeom>
          <a:solidFill>
            <a:srgbClr val="EAF7FC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4" name="圆角矩形 73"/>
          <p:cNvSpPr>
            <a:spLocks noGrp="1"/>
          </p:cNvSpPr>
          <p:nvPr/>
        </p:nvSpPr>
        <p:spPr>
          <a:xfrm>
            <a:off x="800100" y="590550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DDF6FB"/>
          </a:solidFill>
          <a:ln w="0">
            <a:solidFill>
              <a:srgbClr val="DDF6F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891B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91B2"/>
                </a:solidFill>
                <a:latin typeface="微软雅黑"/>
                <a:ea typeface="微软雅黑"/>
                <a:cs typeface="微软雅黑"/>
              </a:rPr>
              <a:t>最终结论</a:t>
            </a:r>
            <a:endParaRPr sz="1050" b="1">
              <a:solidFill>
                <a:srgbClr val="0891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2095500" y="582930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Mold Oring 按 PASS 方向推进；OTP-O ring / Rod Seal 风险显著更高，建议 HOLD，完成失效件拆解、吸液/泄漏 RCA、结构/装配复核与复测后再判定。</a:t>
            </a:r>
            <a:endParaRPr sz="120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WPS 表格</Application>
  <PresentationFormat>Converted Presentation</PresentationFormat>
  <Paragraphs>121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Wye</cp:lastModifiedBy>
  <cp:revision>3</cp:revision>
  <dcterms:created xsi:type="dcterms:W3CDTF">2026-06-17T03:39:18Z</dcterms:created>
  <dcterms:modified xsi:type="dcterms:W3CDTF">2026-06-17T03:39:18Z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C89A93832C25AD9EC216326AAAEE8AF7_42</vt:lpwstr>
  </property>
</Properties>
</file>