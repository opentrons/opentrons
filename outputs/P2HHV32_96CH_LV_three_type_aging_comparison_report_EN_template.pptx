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a5096c028423e" /><Relationship Type="http://schemas.openxmlformats.org/officeDocument/2006/relationships/extended-properties" Target="/docProps/app.xml" Id="R56a0d7680b424395" /><Relationship Type="http://schemas.openxmlformats.org/officeDocument/2006/relationships/officeDocument" Target="/ppt/presentation.xml" Id="Rd0b3155b52ac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87154743a41e4"/>
    <p:sldMasterId xmlns:r="http://schemas.openxmlformats.org/officeDocument/2006/relationships" id="2147483662" r:id="Rb074f1b7cfec4b60"/>
  </p:sldMasterIdLst>
  <p:notesMasterIdLst>
    <p:notesMasterId xmlns:r="http://schemas.openxmlformats.org/officeDocument/2006/relationships" r:id="R6fec7bc34ad041f8"/>
  </p:notesMasterIdLst>
  <p:sldIdLst>
    <p:sldId xmlns:r="http://schemas.openxmlformats.org/officeDocument/2006/relationships" id="256" r:id="R32561741b0c042fd"/>
    <p:sldId xmlns:r="http://schemas.openxmlformats.org/officeDocument/2006/relationships" id="257" r:id="Rd0f48b7a0ff745dd"/>
    <p:sldId xmlns:r="http://schemas.openxmlformats.org/officeDocument/2006/relationships" id="258" r:id="Rc5b51d407fba4402"/>
    <p:sldId xmlns:r="http://schemas.openxmlformats.org/officeDocument/2006/relationships" id="259" r:id="R577143520a8a4dd9"/>
    <p:sldId xmlns:r="http://schemas.openxmlformats.org/officeDocument/2006/relationships" id="260" r:id="R3f31f8a688624960"/>
    <p:sldId xmlns:r="http://schemas.openxmlformats.org/officeDocument/2006/relationships" id="261" r:id="Rec4dc24596794629"/>
    <p:sldId xmlns:r="http://schemas.openxmlformats.org/officeDocument/2006/relationships" id="262" r:id="R6bdc01855a604275"/>
    <p:sldId xmlns:r="http://schemas.openxmlformats.org/officeDocument/2006/relationships" id="263" r:id="Rd53b25f9db3146fe"/>
    <p:sldId xmlns:r="http://schemas.openxmlformats.org/officeDocument/2006/relationships" id="264" r:id="R1e62b5a7528947cb"/>
    <p:sldId xmlns:r="http://schemas.openxmlformats.org/officeDocument/2006/relationships" id="265" r:id="Rba1943242ff144d9"/>
    <p:sldId xmlns:r="http://schemas.openxmlformats.org/officeDocument/2006/relationships" id="266" r:id="R5fd514cec60b461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9cb5e693994040" /><Relationship Type="http://schemas.openxmlformats.org/officeDocument/2006/relationships/slideMaster" Target="/ppt/slideMasters/slideMaster1.xml" Id="R59d87154743a41e4" /><Relationship Type="http://schemas.openxmlformats.org/officeDocument/2006/relationships/slideMaster" Target="/ppt/slideMasters/slideMaster2.xml" Id="Rb074f1b7cfec4b60" /><Relationship Type="http://schemas.openxmlformats.org/officeDocument/2006/relationships/notesMaster" Target="/ppt/notesMasters/notesMaster1.xml" Id="R6fec7bc34ad041f8" /><Relationship Type="http://schemas.openxmlformats.org/officeDocument/2006/relationships/presProps" Target="/ppt/presProps.xml" Id="R60a7e14d05244f19" /><Relationship Type="http://schemas.openxmlformats.org/officeDocument/2006/relationships/tableStyles" Target="/ppt/tableStyles.xml" Id="Rc048fb8c39c442a6" /><Relationship Type="http://schemas.openxmlformats.org/officeDocument/2006/relationships/slide" Target="/ppt/slides/slide1.xml" Id="R32561741b0c042fd" /><Relationship Type="http://schemas.openxmlformats.org/officeDocument/2006/relationships/slide" Target="/ppt/slides/slide2.xml" Id="Rd0f48b7a0ff745dd" /><Relationship Type="http://schemas.openxmlformats.org/officeDocument/2006/relationships/slide" Target="/ppt/slides/slide3.xml" Id="Rc5b51d407fba4402" /><Relationship Type="http://schemas.openxmlformats.org/officeDocument/2006/relationships/slide" Target="/ppt/slides/slide4.xml" Id="R577143520a8a4dd9" /><Relationship Type="http://schemas.openxmlformats.org/officeDocument/2006/relationships/slide" Target="/ppt/slides/slide5.xml" Id="R3f31f8a688624960" /><Relationship Type="http://schemas.openxmlformats.org/officeDocument/2006/relationships/slide" Target="/ppt/slides/slide6.xml" Id="Rec4dc24596794629" /><Relationship Type="http://schemas.openxmlformats.org/officeDocument/2006/relationships/slide" Target="/ppt/slides/slide7.xml" Id="R6bdc01855a604275" /><Relationship Type="http://schemas.openxmlformats.org/officeDocument/2006/relationships/slide" Target="/ppt/slides/slide8.xml" Id="Rd53b25f9db3146fe" /><Relationship Type="http://schemas.openxmlformats.org/officeDocument/2006/relationships/slide" Target="/ppt/slides/slide9.xml" Id="R1e62b5a7528947cb" /><Relationship Type="http://schemas.openxmlformats.org/officeDocument/2006/relationships/slide" Target="/ppt/slides/slide10.xml" Id="Rba1943242ff144d9" /><Relationship Type="http://schemas.openxmlformats.org/officeDocument/2006/relationships/slide" Target="/ppt/slides/slide11.xml" Id="R5fd514cec60b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0169426999946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561cbdf954a6e" /><Relationship Type="http://schemas.openxmlformats.org/officeDocument/2006/relationships/notesMaster" Target="/ppt/notesMasters/notesMaster1.xml" Id="R29d24ecab4f84f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2756568814f94" /><Relationship Type="http://schemas.openxmlformats.org/officeDocument/2006/relationships/notesMaster" Target="/ppt/notesMasters/notesMaster1.xml" Id="R1108ee22a3b947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fd1193b245458a" /><Relationship Type="http://schemas.openxmlformats.org/officeDocument/2006/relationships/notesMaster" Target="/ppt/notesMasters/notesMaster1.xml" Id="R4f9414bb49ce41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300fef66b14999" /><Relationship Type="http://schemas.openxmlformats.org/officeDocument/2006/relationships/notesMaster" Target="/ppt/notesMasters/notesMaster1.xml" Id="R9662df0ad9d544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7deac57b747de" /><Relationship Type="http://schemas.openxmlformats.org/officeDocument/2006/relationships/notesMaster" Target="/ppt/notesMasters/notesMaster1.xml" Id="R2f316cf6724442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4b85f9ee04507" /><Relationship Type="http://schemas.openxmlformats.org/officeDocument/2006/relationships/notesMaster" Target="/ppt/notesMasters/notesMaster1.xml" Id="Rd2ecac3a7152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e0cfc8172a4c38" /><Relationship Type="http://schemas.openxmlformats.org/officeDocument/2006/relationships/notesMaster" Target="/ppt/notesMasters/notesMaster1.xml" Id="Rba908d2cdcfb42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84acee213477e" /><Relationship Type="http://schemas.openxmlformats.org/officeDocument/2006/relationships/notesMaster" Target="/ppt/notesMasters/notesMaster1.xml" Id="Rb8900ef1274848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1ca0776e84f62" /><Relationship Type="http://schemas.openxmlformats.org/officeDocument/2006/relationships/notesMaster" Target="/ppt/notesMasters/notesMaster1.xml" Id="R4594a5f40b9f4b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b7024205024d23" /><Relationship Type="http://schemas.openxmlformats.org/officeDocument/2006/relationships/notesMaster" Target="/ppt/notesMasters/notesMaster1.xml" Id="Rc3b05a5ec4d84c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e33d60cffd4c4f" /><Relationship Type="http://schemas.openxmlformats.org/officeDocument/2006/relationships/notesMaster" Target="/ppt/notesMasters/notesMaster1.xml" Id="Rb9c23611e490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1e1c1ce6342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ab73ac30843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8613fe82d48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5552309364f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1d8284ffc40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e2ae6af0d40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11068f0dc44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4c322578b44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2112ab99646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44bec7c6842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3fb5feead40e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d6c93a1314818" /><Relationship Type="http://schemas.openxmlformats.org/officeDocument/2006/relationships/image" Target="/ppt/media/image.png" Id="R79208fb9c39e4ca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e6e1558d24c7e" /><Relationship Type="http://schemas.openxmlformats.org/officeDocument/2006/relationships/image" Target="/ppt/media/image.png" Id="R10b3e9aa0478466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681b6adcf2449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e6cd2730714a7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eadb700e07448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dfc770e6d742f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84a2c911c14bc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54f4fa34304ac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98929cb1a4470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8c3153d41143bc" /><Relationship Type="http://schemas.openxmlformats.org/officeDocument/2006/relationships/image" Target="/ppt/media/image2.png" Id="R99ba30d0f08c425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eb1842c60d414a" /><Relationship Type="http://schemas.openxmlformats.org/officeDocument/2006/relationships/image" Target="/ppt/media/image2.png" Id="Re552eda52e5744c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11348bd3644ce8" /><Relationship Type="http://schemas.openxmlformats.org/officeDocument/2006/relationships/image" Target="/ppt/media/image2.png" Id="Rca89be7602d84e0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1ec426cd9f4f77" /><Relationship Type="http://schemas.openxmlformats.org/officeDocument/2006/relationships/image" Target="/ppt/media/image2.png" Id="Reff23ad46bdb4ec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863fe54b12428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926B632-F988-40D4-B879-3F77D4E4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46400" y="4245925"/>
            <a:ext cx="897600" cy="897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022BE07-75C5-413E-A6C1-B8ABC948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46400" y="4245875"/>
            <a:ext cx="897600" cy="8976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lt1">
              <a:alpha val="6808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765169A0-9A27-4E5F-A371-02A9D43AC3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0525" y="1819275"/>
            <a:ext cx="8222100" cy="9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7D22DD9A-83B9-454D-B6FB-C1B93FE83F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2789130"/>
            <a:ext cx="8222100" cy="43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CD26364-5E9C-489D-A242-DBA64D17A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DFDC9B7-C8C6-4D41-9E65-AE693786A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950" y="2065350"/>
            <a:ext cx="8222100" cy="101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249E2FD-342D-46FA-A6AE-3103D2951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FE0BB43-2B7B-42C6-9A2A-9CAA6EC3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1686000"/>
            <a:ext cx="9144000" cy="3457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1D85C-AEB6-4428-B9EC-238A8C14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86000"/>
            <a:ext cx="91440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7909723E-CF39-40B1-AAD7-9A3537D21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900" y="738725"/>
            <a:ext cx="8222100" cy="7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864BFEF9-D61C-4CB2-BB36-41AF39E7E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900" y="1919075"/>
            <a:ext cx="8222100" cy="27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22AE53B8-76F1-4049-A1D7-6588F1CE55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B50D7A84-6295-4467-8B03-741A60A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1686000"/>
            <a:ext cx="9144000" cy="3457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51591441-12D3-418D-8CA3-F5004762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86000"/>
            <a:ext cx="91440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59CED401-90A9-48B1-AC30-FDDE97631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900" y="738725"/>
            <a:ext cx="8222100" cy="7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88B2A23B-FBAE-4558-9120-DDC4AE2BAB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900" y="1919075"/>
            <a:ext cx="3999900" cy="27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139722C5-D707-45CC-A67C-88D39F241B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94250" y="1919075"/>
            <a:ext cx="3999900" cy="27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731FE0F1-B578-4354-9350-A31070A52A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8DB9A8CF-73B1-45A0-8D3F-04AB8B58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656400"/>
            <a:ext cx="9144000" cy="448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CF8B942F-C0CC-48B7-93B7-39E2C26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350"/>
            <a:ext cx="91440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7C736D48-2BDE-481D-B2DB-EEB73E5CE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50" y="16350"/>
            <a:ext cx="8826600" cy="60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85F0F369-4994-4756-AFDB-5A19E478E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7F04467C-CB29-46DD-80B2-8F8C745A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276600" y="25"/>
            <a:ext cx="58674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E2F40DC4-1F49-406C-AB26-D4686327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59150" y="2517450"/>
            <a:ext cx="51435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7">
            <a:extLst xmlns:a="http://schemas.openxmlformats.org/drawingml/2006/main">
              <a:ext uri="{FF2B5EF4-FFF2-40B4-BE49-F238E27FC236}">
                <a16:creationId xmlns:a16="http://schemas.microsoft.com/office/drawing/2014/main" id="{DF790C49-1D4B-4380-91BF-F8BB77795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6078" y="357800"/>
            <a:ext cx="2808000" cy="95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1BD782AF-6632-4E86-9196-AD6BB4CD7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6075" y="1465800"/>
            <a:ext cx="2808000" cy="31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B9B2E68C-2ACD-48F4-8C0B-1CAA9372D6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D716A5E9-7E18-43DF-9ABB-FD28A83F5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88250"/>
            <a:ext cx="62271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C3F9345A-1483-49B1-8D38-F0DD965C2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61CED926-2BAA-41B7-906D-B9360DF9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4019A93E-81C2-4841-B0A2-C98BD7E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46425" y="2517750"/>
            <a:ext cx="51429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29A9E6EC-EABE-48C3-A382-2133C4403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4F309BB8-D15B-4E8D-8B9E-0226FBFAF2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779467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4045149A-8424-4617-BA79-A70F9DC7F4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2F030AE3-6F34-41D2-960A-3C69B02166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0">
            <a:extLst xmlns:a="http://schemas.openxmlformats.org/drawingml/2006/main">
              <a:ext uri="{FF2B5EF4-FFF2-40B4-BE49-F238E27FC236}">
                <a16:creationId xmlns:a16="http://schemas.microsoft.com/office/drawing/2014/main" id="{0F3ED975-809B-4467-A741-3C1E2F28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0"/>
            <a:ext cx="9144000" cy="469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10">
            <a:extLst xmlns:a="http://schemas.openxmlformats.org/drawingml/2006/main">
              <a:ext uri="{FF2B5EF4-FFF2-40B4-BE49-F238E27FC236}">
                <a16:creationId xmlns:a16="http://schemas.microsoft.com/office/drawing/2014/main" id="{0272B916-6071-4329-92B0-67C4505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4622725"/>
            <a:ext cx="9144000" cy="74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" name="Google Shape;55;p10">
            <a:extLst xmlns:a="http://schemas.openxmlformats.org/drawingml/2006/main">
              <a:ext uri="{FF2B5EF4-FFF2-40B4-BE49-F238E27FC236}">
                <a16:creationId xmlns:a16="http://schemas.microsoft.com/office/drawing/2014/main" id="{953F2586-19F2-4786-83FD-DDC6EF5BA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150" y="4696825"/>
            <a:ext cx="8382000" cy="4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6" name="Google Shape;56;p10">
            <a:extLst xmlns:a="http://schemas.openxmlformats.org/drawingml/2006/main">
              <a:ext uri="{FF2B5EF4-FFF2-40B4-BE49-F238E27FC236}">
                <a16:creationId xmlns:a16="http://schemas.microsoft.com/office/drawing/2014/main" id="{485778D2-BEF0-443A-B16B-8A21C9501D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1">
            <a:extLst xmlns:a="http://schemas.openxmlformats.org/drawingml/2006/main">
              <a:ext uri="{FF2B5EF4-FFF2-40B4-BE49-F238E27FC236}">
                <a16:creationId xmlns:a16="http://schemas.microsoft.com/office/drawing/2014/main" id="{D790A536-0A4F-472D-B38F-64470E51CDC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5500" y="1258525"/>
            <a:ext cx="82221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9" name="Google Shape;59;p11">
            <a:extLst xmlns:a="http://schemas.openxmlformats.org/drawingml/2006/main">
              <a:ext uri="{FF2B5EF4-FFF2-40B4-BE49-F238E27FC236}">
                <a16:creationId xmlns:a16="http://schemas.microsoft.com/office/drawing/2014/main" id="{00C85B86-8D62-4728-AAE2-6ACBDBC63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5500" y="3304625"/>
            <a:ext cx="82221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0" name="Google Shape;60;p11">
            <a:extLst xmlns:a="http://schemas.openxmlformats.org/drawingml/2006/main">
              <a:ext uri="{FF2B5EF4-FFF2-40B4-BE49-F238E27FC236}">
                <a16:creationId xmlns:a16="http://schemas.microsoft.com/office/drawing/2014/main" id="{264A806E-9835-4551-80EB-B60E942169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A1AD2AA6-49CA-4558-871F-34A034ED5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Cover">
  <p:cSld name="CUSTOM_3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9177DC03-83E3-4B75-8699-7173B5EB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875" y="-7225"/>
            <a:ext cx="5992800" cy="113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01FCFBC6-E8BB-487B-9457-E41ABD06C89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3325" y="-7225"/>
            <a:ext cx="3151200" cy="515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52ECCF51-E0B4-443C-91BB-7EEE90E51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04125" y="1709775"/>
            <a:ext cx="4657200" cy="155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 xmlns:a="http://schemas.openxmlformats.org/drawingml/2006/main"/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756A628B-5F4C-4978-BE4A-0A77059F3F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04125" y="3562650"/>
            <a:ext cx="35271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 xmlns:a="http://schemas.openxmlformats.org/drawingml/2006/main"/>
        </p:txBody>
      </p:sp>
      <p:pic>
        <p:nvPicPr>
          <p:cNvPr id="68" name="Google Shape;6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208fb9c39e4ca3">
            <a:alphaModFix/>
          </a:blip>
          <a:srcRect xmlns:a="http://schemas.openxmlformats.org/drawingml/2006/main" l="0" t="0" r="10" b="0"/>
          <a:stretch xmlns:a="http://schemas.openxmlformats.org/drawingml/2006/main"/>
        </p:blipFill>
        <p:spPr>
          <a:xfrm xmlns:a="http://schemas.openxmlformats.org/drawingml/2006/main">
            <a:off x="3807449" y="373242"/>
            <a:ext cx="1338752" cy="3732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C80FC38D-035E-46A1-949A-3D1310399CC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807450" y="4231250"/>
            <a:ext cx="3119100" cy="2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cxnSp>
        <p:nvCxnSpPr>
          <p:cNvPr id="70" name="Google Shape;70;p13"/>
          <p:cNvCxnSpPr/>
          <p:nvPr/>
        </p:nvCxnSpPr>
        <p:spPr>
          <a:xfrm xmlns:a="http://schemas.openxmlformats.org/drawingml/2006/main">
            <a:off x="3804125" y="1553188"/>
            <a:ext cx="46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3.xml><?xml version="1.0" encoding="utf-8"?>
<p:sldLayout xmlns:p="http://schemas.openxmlformats.org/presentationml/2006/main" matchingName="Cover Option 2">
  <p:cSld name="CUSTOM_3_1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08EE80EF-F4A7-4988-A7DD-D95EE54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25"/>
            <a:ext cx="9144000" cy="5150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BA0171D0-BAB0-472A-8E6E-72074A464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9575" y="1810950"/>
            <a:ext cx="5355900" cy="15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4" name="Google Shape;74;p14">
            <a:extLst xmlns:a="http://schemas.openxmlformats.org/drawingml/2006/main">
              <a:ext uri="{FF2B5EF4-FFF2-40B4-BE49-F238E27FC236}">
                <a16:creationId xmlns:a16="http://schemas.microsoft.com/office/drawing/2014/main" id="{B64CF58F-B241-43EB-BCB4-D6EE02388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9575" y="4008175"/>
            <a:ext cx="24699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 xmlns:a="http://schemas.openxmlformats.org/drawingml/2006/main"/>
        </p:txBody>
      </p:sp>
      <p:sp>
        <p:nvSpPr>
          <p:cNvPr id="75" name="Google Shape;75;p14">
            <a:extLst xmlns:a="http://schemas.openxmlformats.org/drawingml/2006/main">
              <a:ext uri="{FF2B5EF4-FFF2-40B4-BE49-F238E27FC236}">
                <a16:creationId xmlns:a16="http://schemas.microsoft.com/office/drawing/2014/main" id="{209A311A-0170-48D5-8017-91724C07239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44675" y="4041205"/>
            <a:ext cx="1791000" cy="41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76" name="Google Shape;76;p14"/>
          <p:cNvCxnSpPr/>
          <p:nvPr/>
        </p:nvCxnSpPr>
        <p:spPr>
          <a:xfrm xmlns:a="http://schemas.openxmlformats.org/drawingml/2006/main">
            <a:off x="682300" y="1629963"/>
            <a:ext cx="46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0B3C9217-21FE-4B9E-BC32-856630CC96F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2300" y="1313400"/>
            <a:ext cx="1155600" cy="13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 xmlns:a="http://schemas.openxmlformats.org/drawingml/2006/main"/>
        </p:txBody>
      </p:sp>
      <p:pic>
        <p:nvPicPr>
          <p:cNvPr id="78" name="Google Shape;7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b3e9aa04784666">
            <a:alphaModFix/>
          </a:blip>
          <a:srcRect xmlns:a="http://schemas.openxmlformats.org/drawingml/2006/main" l="0" t="0" r="10" b="0"/>
          <a:stretch xmlns:a="http://schemas.openxmlformats.org/drawingml/2006/main"/>
        </p:blipFill>
        <p:spPr>
          <a:xfrm xmlns:a="http://schemas.openxmlformats.org/drawingml/2006/main">
            <a:off x="7335754" y="313824"/>
            <a:ext cx="1125551" cy="313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FC0B12D8-5EAD-4B10-88B4-313CB42156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99100" y="685800"/>
            <a:ext cx="7349400" cy="192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6">
            <a:extLst xmlns:a="http://schemas.openxmlformats.org/drawingml/2006/main">
              <a:ext uri="{FF2B5EF4-FFF2-40B4-BE49-F238E27FC236}">
                <a16:creationId xmlns:a16="http://schemas.microsoft.com/office/drawing/2014/main" id="{98B26E52-8AC4-4145-95EC-CFF08DE741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99100" y="2670300"/>
            <a:ext cx="7349400" cy="110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88" name="Google Shape;88;p16">
            <a:extLst xmlns:a="http://schemas.openxmlformats.org/drawingml/2006/main">
              <a:ext uri="{FF2B5EF4-FFF2-40B4-BE49-F238E27FC236}">
                <a16:creationId xmlns:a16="http://schemas.microsoft.com/office/drawing/2014/main" id="{6A180E0C-DF4C-4129-934F-6884BC8262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C017888C-4587-4FE0-AC7E-9EA14B6CFF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4FE3CE96-B43C-4D04-A0F6-95D9836188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E4B2838C-3E1C-488E-895A-67D879A02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F99152FD-7565-4C8A-B3B9-5732A0D4AB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117800"/>
            <a:ext cx="8226900" cy="356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C513B41E-0E85-4445-BD2A-EE54CFFB98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5" name="Google Shape;95;p17">
            <a:extLst xmlns:a="http://schemas.openxmlformats.org/drawingml/2006/main">
              <a:ext uri="{FF2B5EF4-FFF2-40B4-BE49-F238E27FC236}">
                <a16:creationId xmlns:a16="http://schemas.microsoft.com/office/drawing/2014/main" id="{2E458F4E-60E8-4CB6-A1A7-1881DD7BD0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17">
            <a:extLst xmlns:a="http://schemas.openxmlformats.org/drawingml/2006/main">
              <a:ext uri="{FF2B5EF4-FFF2-40B4-BE49-F238E27FC236}">
                <a16:creationId xmlns:a16="http://schemas.microsoft.com/office/drawing/2014/main" id="{B331C23A-5AF9-4860-A58A-F889BA36C4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18">
            <a:extLst xmlns:a="http://schemas.openxmlformats.org/drawingml/2006/main">
              <a:ext uri="{FF2B5EF4-FFF2-40B4-BE49-F238E27FC236}">
                <a16:creationId xmlns:a16="http://schemas.microsoft.com/office/drawing/2014/main" id="{901A745B-DD51-4F44-8F8F-E555439BE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3100" y="2886300"/>
            <a:ext cx="5826600" cy="57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134744AB-C446-46D4-9B80-049B1AE8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3100" y="3461400"/>
            <a:ext cx="5826600" cy="65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0" name="Google Shape;100;p18">
            <a:extLst xmlns:a="http://schemas.openxmlformats.org/drawingml/2006/main">
              <a:ext uri="{FF2B5EF4-FFF2-40B4-BE49-F238E27FC236}">
                <a16:creationId xmlns:a16="http://schemas.microsoft.com/office/drawing/2014/main" id="{FBC0FF20-B608-4FA8-8755-64F3724A6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18">
            <a:extLst xmlns:a="http://schemas.openxmlformats.org/drawingml/2006/main">
              <a:ext uri="{FF2B5EF4-FFF2-40B4-BE49-F238E27FC236}">
                <a16:creationId xmlns:a16="http://schemas.microsoft.com/office/drawing/2014/main" id="{CBE3A08A-DDA0-43D0-ABF7-4B2E5911EA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2" name="Google Shape;102;p18">
            <a:extLst xmlns:a="http://schemas.openxmlformats.org/drawingml/2006/main">
              <a:ext uri="{FF2B5EF4-FFF2-40B4-BE49-F238E27FC236}">
                <a16:creationId xmlns:a16="http://schemas.microsoft.com/office/drawing/2014/main" id="{5C13064E-3EBF-45B6-A2E4-F691AA5383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19">
            <a:extLst xmlns:a="http://schemas.openxmlformats.org/drawingml/2006/main">
              <a:ext uri="{FF2B5EF4-FFF2-40B4-BE49-F238E27FC236}">
                <a16:creationId xmlns:a16="http://schemas.microsoft.com/office/drawing/2014/main" id="{CDD316BE-B806-47B1-A533-74177C5C1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19">
            <a:extLst xmlns:a="http://schemas.openxmlformats.org/drawingml/2006/main">
              <a:ext uri="{FF2B5EF4-FFF2-40B4-BE49-F238E27FC236}">
                <a16:creationId xmlns:a16="http://schemas.microsoft.com/office/drawing/2014/main" id="{C7C4B940-3CB8-422D-A698-81DF00AE9B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125900"/>
            <a:ext cx="3882600" cy="35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6" name="Google Shape;106;p19">
            <a:extLst xmlns:a="http://schemas.openxmlformats.org/drawingml/2006/main">
              <a:ext uri="{FF2B5EF4-FFF2-40B4-BE49-F238E27FC236}">
                <a16:creationId xmlns:a16="http://schemas.microsoft.com/office/drawing/2014/main" id="{FF4CCBCA-60BD-493F-9C40-10F6BA50A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08700" y="1125900"/>
            <a:ext cx="3882600" cy="35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7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08D614BB-1E1F-4AE6-AF53-52CD7D127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19">
            <a:extLst xmlns:a="http://schemas.openxmlformats.org/drawingml/2006/main">
              <a:ext uri="{FF2B5EF4-FFF2-40B4-BE49-F238E27FC236}">
                <a16:creationId xmlns:a16="http://schemas.microsoft.com/office/drawing/2014/main" id="{08D7C5A1-2068-41A9-AF2D-BE9356A02E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9" name="Google Shape;109;p19">
            <a:extLst xmlns:a="http://schemas.openxmlformats.org/drawingml/2006/main">
              <a:ext uri="{FF2B5EF4-FFF2-40B4-BE49-F238E27FC236}">
                <a16:creationId xmlns:a16="http://schemas.microsoft.com/office/drawing/2014/main" id="{425E8ADB-626E-4256-ACA9-A10EA83660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0F9C55B1-5DF1-42BE-93E5-43F9BC881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0">
            <a:extLst xmlns:a="http://schemas.openxmlformats.org/drawingml/2006/main">
              <a:ext uri="{FF2B5EF4-FFF2-40B4-BE49-F238E27FC236}">
                <a16:creationId xmlns:a16="http://schemas.microsoft.com/office/drawing/2014/main" id="{6E869D2B-88C6-4FD5-81DB-08946AFC2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071900"/>
            <a:ext cx="4006800" cy="2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28575" rIns="57150" bIns="285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113" name="Google Shape;113;p20">
            <a:extLst xmlns:a="http://schemas.openxmlformats.org/drawingml/2006/main">
              <a:ext uri="{FF2B5EF4-FFF2-40B4-BE49-F238E27FC236}">
                <a16:creationId xmlns:a16="http://schemas.microsoft.com/office/drawing/2014/main" id="{F8EA0CD0-7E25-4F30-B6A5-E6C6D877F9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6300" y="1390500"/>
            <a:ext cx="4006800" cy="329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0" rIns="61925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4" name="Google Shape;114;p20">
            <a:extLst xmlns:a="http://schemas.openxmlformats.org/drawingml/2006/main">
              <a:ext uri="{FF2B5EF4-FFF2-40B4-BE49-F238E27FC236}">
                <a16:creationId xmlns:a16="http://schemas.microsoft.com/office/drawing/2014/main" id="{8EF0E0AB-E423-4702-A338-5F1708A195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76813" y="1066297"/>
            <a:ext cx="4006800" cy="2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28575" rIns="57150" bIns="285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115" name="Google Shape;115;p20">
            <a:extLst xmlns:a="http://schemas.openxmlformats.org/drawingml/2006/main">
              <a:ext uri="{FF2B5EF4-FFF2-40B4-BE49-F238E27FC236}">
                <a16:creationId xmlns:a16="http://schemas.microsoft.com/office/drawing/2014/main" id="{6244BD47-17E8-4C57-B82D-2ED0148488D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76813" y="1390500"/>
            <a:ext cx="4006800" cy="329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0" rIns="61925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0">
            <a:extLst xmlns:a="http://schemas.openxmlformats.org/drawingml/2006/main">
              <a:ext uri="{FF2B5EF4-FFF2-40B4-BE49-F238E27FC236}">
                <a16:creationId xmlns:a16="http://schemas.microsoft.com/office/drawing/2014/main" id="{3A47924D-ADE7-4A8D-B176-5555ECB50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0">
            <a:extLst xmlns:a="http://schemas.openxmlformats.org/drawingml/2006/main">
              <a:ext uri="{FF2B5EF4-FFF2-40B4-BE49-F238E27FC236}">
                <a16:creationId xmlns:a16="http://schemas.microsoft.com/office/drawing/2014/main" id="{8A4C297B-5515-405A-ACBC-501081D821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0">
            <a:extLst xmlns:a="http://schemas.openxmlformats.org/drawingml/2006/main">
              <a:ext uri="{FF2B5EF4-FFF2-40B4-BE49-F238E27FC236}">
                <a16:creationId xmlns:a16="http://schemas.microsoft.com/office/drawing/2014/main" id="{8BDC2E1C-CB20-4F57-B297-41BFF0C25F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1">
            <a:extLst xmlns:a="http://schemas.openxmlformats.org/drawingml/2006/main">
              <a:ext uri="{FF2B5EF4-FFF2-40B4-BE49-F238E27FC236}">
                <a16:creationId xmlns:a16="http://schemas.microsoft.com/office/drawing/2014/main" id="{914E55AF-C94B-4BDC-B9C6-6482523A7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1">
            <a:extLst xmlns:a="http://schemas.openxmlformats.org/drawingml/2006/main">
              <a:ext uri="{FF2B5EF4-FFF2-40B4-BE49-F238E27FC236}">
                <a16:creationId xmlns:a16="http://schemas.microsoft.com/office/drawing/2014/main" id="{37039A34-8000-49D2-954C-F24C3E376D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2" name="Google Shape;122;p21">
            <a:extLst xmlns:a="http://schemas.openxmlformats.org/drawingml/2006/main">
              <a:ext uri="{FF2B5EF4-FFF2-40B4-BE49-F238E27FC236}">
                <a16:creationId xmlns:a16="http://schemas.microsoft.com/office/drawing/2014/main" id="{DCEA3502-68C9-4B4C-949D-3CD2F13B8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1">
            <a:extLst xmlns:a="http://schemas.openxmlformats.org/drawingml/2006/main">
              <a:ext uri="{FF2B5EF4-FFF2-40B4-BE49-F238E27FC236}">
                <a16:creationId xmlns:a16="http://schemas.microsoft.com/office/drawing/2014/main" id="{66551BFB-C03E-4AA2-B22B-AD58C3852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446D3BAD-19DF-4CFC-BB4D-6BF6B911C1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A64C7A52-F4D1-4B05-B592-CC9FB11A50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52A1E2F4-E706-4E1E-8A51-A9503FC322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23">
            <a:extLst xmlns:a="http://schemas.openxmlformats.org/drawingml/2006/main">
              <a:ext uri="{FF2B5EF4-FFF2-40B4-BE49-F238E27FC236}">
                <a16:creationId xmlns:a16="http://schemas.microsoft.com/office/drawing/2014/main" id="{EC68345A-7B7C-41B6-801E-81A9F5F514C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6247" y="1166336"/>
            <a:ext cx="3924600" cy="345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23">
            <a:extLst xmlns:a="http://schemas.openxmlformats.org/drawingml/2006/main">
              <a:ext uri="{FF2B5EF4-FFF2-40B4-BE49-F238E27FC236}">
                <a16:creationId xmlns:a16="http://schemas.microsoft.com/office/drawing/2014/main" id="{0513CA37-BB11-455D-A4C5-E9295A4A24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2800" y="1166400"/>
            <a:ext cx="3920400" cy="3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1" name="Google Shape;131;p23">
            <a:extLst xmlns:a="http://schemas.openxmlformats.org/drawingml/2006/main">
              <a:ext uri="{FF2B5EF4-FFF2-40B4-BE49-F238E27FC236}">
                <a16:creationId xmlns:a16="http://schemas.microsoft.com/office/drawing/2014/main" id="{155175E9-4B4A-413F-857D-070BCF23BC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DEEA9D4E-84F9-4DA2-9F8D-E1BFC65694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860676E1-72EA-4C6B-884D-608059F907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2863F33-C1E2-4A65-B197-D3EF53080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625" tIns="35225" rIns="67625" bIns="352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135" name="Google Shape;135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ba30d0f08c4258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4">
            <a:extLst xmlns:a="http://schemas.openxmlformats.org/drawingml/2006/main">
              <a:ext uri="{FF2B5EF4-FFF2-40B4-BE49-F238E27FC236}">
                <a16:creationId xmlns:a16="http://schemas.microsoft.com/office/drawing/2014/main" id="{6062BDA5-DEE7-464D-B4CC-7144FE75F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6181650" y="2180250"/>
            <a:ext cx="3771900" cy="7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8" name="Google Shape;138;p24">
            <a:extLst xmlns:a="http://schemas.openxmlformats.org/drawingml/2006/main">
              <a:ext uri="{FF2B5EF4-FFF2-40B4-BE49-F238E27FC236}">
                <a16:creationId xmlns:a16="http://schemas.microsoft.com/office/drawing/2014/main" id="{B649EE60-0596-4C86-A737-0C430A460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238300" y="-866700"/>
            <a:ext cx="3771900" cy="68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5100" tIns="35100" rIns="351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9" name="Google Shape;139;p24">
            <a:extLst xmlns:a="http://schemas.openxmlformats.org/drawingml/2006/main">
              <a:ext uri="{FF2B5EF4-FFF2-40B4-BE49-F238E27FC236}">
                <a16:creationId xmlns:a16="http://schemas.microsoft.com/office/drawing/2014/main" id="{DA6D7342-8CE1-4C67-9783-806B67EA0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12099141-0C48-4473-A7B4-371E5497D2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6735593D-E4A9-4333-87ED-C422C34B4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142" name="Google Shape;142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52eda52e5744c1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3.xml><?xml version="1.0" encoding="utf-8"?>
<p:sldLayout xmlns:p="http://schemas.openxmlformats.org/presentationml/2006/main" matchingName="内容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5">
            <a:extLst xmlns:a="http://schemas.openxmlformats.org/drawingml/2006/main">
              <a:ext uri="{FF2B5EF4-FFF2-40B4-BE49-F238E27FC236}">
                <a16:creationId xmlns:a16="http://schemas.microsoft.com/office/drawing/2014/main" id="{243F7C56-7B08-4956-931B-81E5E7862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5" name="Google Shape;145;p25">
            <a:extLst xmlns:a="http://schemas.openxmlformats.org/drawingml/2006/main">
              <a:ext uri="{FF2B5EF4-FFF2-40B4-BE49-F238E27FC236}">
                <a16:creationId xmlns:a16="http://schemas.microsoft.com/office/drawing/2014/main" id="{FCF890B5-C6C0-4B7F-9577-79460AF8C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6" name="Google Shape;146;p25">
            <a:extLst xmlns:a="http://schemas.openxmlformats.org/drawingml/2006/main">
              <a:ext uri="{FF2B5EF4-FFF2-40B4-BE49-F238E27FC236}">
                <a16:creationId xmlns:a16="http://schemas.microsoft.com/office/drawing/2014/main" id="{CAE787E4-D029-425C-896F-E5E31F749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7" name="Google Shape;147;p25">
            <a:extLst xmlns:a="http://schemas.openxmlformats.org/drawingml/2006/main">
              <a:ext uri="{FF2B5EF4-FFF2-40B4-BE49-F238E27FC236}">
                <a16:creationId xmlns:a16="http://schemas.microsoft.com/office/drawing/2014/main" id="{979750B0-AF5F-47E9-8816-66832001E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580500"/>
            <a:ext cx="8229600" cy="411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48" name="Google Shape;14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89be7602d84e05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26">
            <a:extLst xmlns:a="http://schemas.openxmlformats.org/drawingml/2006/main">
              <a:ext uri="{FF2B5EF4-FFF2-40B4-BE49-F238E27FC236}">
                <a16:creationId xmlns:a16="http://schemas.microsoft.com/office/drawing/2014/main" id="{2062CBB6-0900-4CB9-AD6D-64B47990FC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1" name="Google Shape;151;p26">
            <a:extLst xmlns:a="http://schemas.openxmlformats.org/drawingml/2006/main">
              <a:ext uri="{FF2B5EF4-FFF2-40B4-BE49-F238E27FC236}">
                <a16:creationId xmlns:a16="http://schemas.microsoft.com/office/drawing/2014/main" id="{5FAD3C34-F4EE-477C-9E48-870AC2ED0A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2" name="Google Shape;152;p26">
            <a:extLst xmlns:a="http://schemas.openxmlformats.org/drawingml/2006/main">
              <a:ext uri="{FF2B5EF4-FFF2-40B4-BE49-F238E27FC236}">
                <a16:creationId xmlns:a16="http://schemas.microsoft.com/office/drawing/2014/main" id="{83C442D6-0DFE-4226-98DC-B26C89B726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53" name="Google Shape;153;p26">
            <a:extLst xmlns:a="http://schemas.openxmlformats.org/drawingml/2006/main">
              <a:ext uri="{FF2B5EF4-FFF2-40B4-BE49-F238E27FC236}">
                <a16:creationId xmlns:a16="http://schemas.microsoft.com/office/drawing/2014/main" id="{383AC3C9-F1F5-434A-BAB3-190E7DA3C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9100" y="1863000"/>
            <a:ext cx="7349400" cy="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4" name="Google Shape;154;p26">
            <a:extLst xmlns:a="http://schemas.openxmlformats.org/drawingml/2006/main">
              <a:ext uri="{FF2B5EF4-FFF2-40B4-BE49-F238E27FC236}">
                <a16:creationId xmlns:a16="http://schemas.microsoft.com/office/drawing/2014/main" id="{C5AB11B4-D082-45DA-B244-369CB00ED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9100" y="2670300"/>
            <a:ext cx="7349400" cy="35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55" name="Google Shape;155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f23ad46bdb4ecc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5.xml><?xml version="1.0" encoding="utf-8"?>
<p:sldLayout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Google Shape;157;p27">
            <a:extLst xmlns:a="http://schemas.openxmlformats.org/drawingml/2006/main">
              <a:ext uri="{FF2B5EF4-FFF2-40B4-BE49-F238E27FC236}">
                <a16:creationId xmlns:a16="http://schemas.microsoft.com/office/drawing/2014/main" id="{1C91F96B-AC9F-4D05-A14A-92DA15EC2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53559" y="4632722"/>
            <a:ext cx="504600" cy="5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cxnSp>
        <p:nvCxnSpPr>
          <p:cNvPr id="158" name="Google Shape;158;p27"/>
          <p:cNvCxnSpPr/>
          <p:nvPr/>
        </p:nvCxnSpPr>
        <p:spPr>
          <a:xfrm xmlns:a="http://schemas.openxmlformats.org/drawingml/2006/main">
            <a:off x="457200" y="528712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>
            <a:extLst xmlns:a="http://schemas.openxmlformats.org/drawingml/2006/main">
              <a:ext uri="{FF2B5EF4-FFF2-40B4-BE49-F238E27FC236}">
                <a16:creationId xmlns:a16="http://schemas.microsoft.com/office/drawing/2014/main" id="{2214C160-BF8C-41A6-A124-F92880464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699165"/>
            <a:ext cx="7543800" cy="83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a52a6e74224133" /><Relationship Type="http://schemas.openxmlformats.org/officeDocument/2006/relationships/slideLayout" Target="/ppt/slideLayouts/slideLayout1.xml" Id="Rf77fcf77771d4033" /><Relationship Type="http://schemas.openxmlformats.org/officeDocument/2006/relationships/slideLayout" Target="/ppt/slideLayouts/slideLayout2.xml" Id="R5dd937e0c931403e" /><Relationship Type="http://schemas.openxmlformats.org/officeDocument/2006/relationships/slideLayout" Target="/ppt/slideLayouts/slideLayout3.xml" Id="R039f62107fb54649" /><Relationship Type="http://schemas.openxmlformats.org/officeDocument/2006/relationships/slideLayout" Target="/ppt/slideLayouts/slideLayout4.xml" Id="R1386da2442c5435b" /><Relationship Type="http://schemas.openxmlformats.org/officeDocument/2006/relationships/slideLayout" Target="/ppt/slideLayouts/slideLayout5.xml" Id="R903096f94b7a4563" /><Relationship Type="http://schemas.openxmlformats.org/officeDocument/2006/relationships/slideLayout" Target="/ppt/slideLayouts/slideLayout6.xml" Id="Ra269a7e2d39047b6" /><Relationship Type="http://schemas.openxmlformats.org/officeDocument/2006/relationships/slideLayout" Target="/ppt/slideLayouts/slideLayout7.xml" Id="Rd070fba17be44c7d" /><Relationship Type="http://schemas.openxmlformats.org/officeDocument/2006/relationships/slideLayout" Target="/ppt/slideLayouts/slideLayout8.xml" Id="R907e2763bb304c70" /><Relationship Type="http://schemas.openxmlformats.org/officeDocument/2006/relationships/slideLayout" Target="/ppt/slideLayouts/slideLayout9.xml" Id="Rfb32a816471f4d39" /><Relationship Type="http://schemas.openxmlformats.org/officeDocument/2006/relationships/slideLayout" Target="/ppt/slideLayouts/slideLayout10.xml" Id="Rae045bdc87a34b71" /><Relationship Type="http://schemas.openxmlformats.org/officeDocument/2006/relationships/slideLayout" Target="/ppt/slideLayouts/slideLayout11.xml" Id="R6263512a95724214" /><Relationship Type="http://schemas.openxmlformats.org/officeDocument/2006/relationships/slideLayout" Target="/ppt/slideLayouts/slideLayout12.xml" Id="R1e20e2c19b574337" /><Relationship Type="http://schemas.openxmlformats.org/officeDocument/2006/relationships/slideLayout" Target="/ppt/slideLayouts/slideLayout13.xml" Id="R0afc3dac269043f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75ae4067e0a4050" /><Relationship Type="http://schemas.openxmlformats.org/officeDocument/2006/relationships/slideLayout" Target="/ppt/slideLayouts/slideLayout14.xml" Id="R840a6a8fa0264664" /><Relationship Type="http://schemas.openxmlformats.org/officeDocument/2006/relationships/slideLayout" Target="/ppt/slideLayouts/slideLayout15.xml" Id="R438a19a070cf4569" /><Relationship Type="http://schemas.openxmlformats.org/officeDocument/2006/relationships/slideLayout" Target="/ppt/slideLayouts/slideLayout16.xml" Id="R760f3f573fb742a4" /><Relationship Type="http://schemas.openxmlformats.org/officeDocument/2006/relationships/slideLayout" Target="/ppt/slideLayouts/slideLayout17.xml" Id="R8e7ea4650c9b4510" /><Relationship Type="http://schemas.openxmlformats.org/officeDocument/2006/relationships/slideLayout" Target="/ppt/slideLayouts/slideLayout18.xml" Id="R85c84ca933ea4007" /><Relationship Type="http://schemas.openxmlformats.org/officeDocument/2006/relationships/slideLayout" Target="/ppt/slideLayouts/slideLayout19.xml" Id="R81b3623a23cb4acf" /><Relationship Type="http://schemas.openxmlformats.org/officeDocument/2006/relationships/slideLayout" Target="/ppt/slideLayouts/slideLayout20.xml" Id="Rd2c78ea1d53c4a9d" /><Relationship Type="http://schemas.openxmlformats.org/officeDocument/2006/relationships/slideLayout" Target="/ppt/slideLayouts/slideLayout21.xml" Id="Rc8a159f03d8244f4" /><Relationship Type="http://schemas.openxmlformats.org/officeDocument/2006/relationships/slideLayout" Target="/ppt/slideLayouts/slideLayout22.xml" Id="Rb8f691999fad4c56" /><Relationship Type="http://schemas.openxmlformats.org/officeDocument/2006/relationships/slideLayout" Target="/ppt/slideLayouts/slideLayout23.xml" Id="R1edc1acd497d4e9f" /><Relationship Type="http://schemas.openxmlformats.org/officeDocument/2006/relationships/slideLayout" Target="/ppt/slideLayouts/slideLayout24.xml" Id="R289c28eb4ab54e78" /><Relationship Type="http://schemas.openxmlformats.org/officeDocument/2006/relationships/slideLayout" Target="/ppt/slideLayouts/slideLayout25.xml" Id="R6d8ec5b364df4ba9" /></Relationships>
</file>

<file path=ppt/slideMasters/slideMaster1.xml><?xml version="1.0" encoding="utf-8"?>
<p:sldMaster xmlns:p="http://schemas.openxmlformats.org/presentationml/2006/main">
  <p:cSld name="material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3EF642D-E003-4247-B8F8-890D283E3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900" y="738725"/>
            <a:ext cx="8222100" cy="76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3EBC2FA-2EC3-480B-8AA4-06E529690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900" y="1919075"/>
            <a:ext cx="8222100" cy="27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11EBB7A-B8B6-4728-8CA3-61BACBF94E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7fcf77771d4033"/>
    <p:sldLayoutId xmlns:r="http://schemas.openxmlformats.org/officeDocument/2006/relationships" id="2147483650" r:id="R5dd937e0c931403e"/>
    <p:sldLayoutId xmlns:r="http://schemas.openxmlformats.org/officeDocument/2006/relationships" id="2147483651" r:id="R039f62107fb54649"/>
    <p:sldLayoutId xmlns:r="http://schemas.openxmlformats.org/officeDocument/2006/relationships" id="2147483652" r:id="R1386da2442c5435b"/>
    <p:sldLayoutId xmlns:r="http://schemas.openxmlformats.org/officeDocument/2006/relationships" id="2147483653" r:id="R903096f94b7a4563"/>
    <p:sldLayoutId xmlns:r="http://schemas.openxmlformats.org/officeDocument/2006/relationships" id="2147483654" r:id="Ra269a7e2d39047b6"/>
    <p:sldLayoutId xmlns:r="http://schemas.openxmlformats.org/officeDocument/2006/relationships" id="2147483655" r:id="Rd070fba17be44c7d"/>
    <p:sldLayoutId xmlns:r="http://schemas.openxmlformats.org/officeDocument/2006/relationships" id="2147483656" r:id="R907e2763bb304c70"/>
    <p:sldLayoutId xmlns:r="http://schemas.openxmlformats.org/officeDocument/2006/relationships" id="2147483657" r:id="Rfb32a816471f4d39"/>
    <p:sldLayoutId xmlns:r="http://schemas.openxmlformats.org/officeDocument/2006/relationships" id="2147483658" r:id="Rae045bdc87a34b71"/>
    <p:sldLayoutId xmlns:r="http://schemas.openxmlformats.org/officeDocument/2006/relationships" id="2147483659" r:id="R6263512a95724214"/>
    <p:sldLayoutId xmlns:r="http://schemas.openxmlformats.org/officeDocument/2006/relationships" id="2147483660" r:id="R1e20e2c19b574337"/>
    <p:sldLayoutId xmlns:r="http://schemas.openxmlformats.org/officeDocument/2006/relationships" id="2147483661" r:id="R0afc3dac269043f8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286187F7-281E-482F-9BA6-5889BB371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625" tIns="35225" rIns="67625" bIns="352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A408CB8B-09F0-4D44-B646-9A9EC693D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117800"/>
            <a:ext cx="8226900" cy="356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311B7957-65E5-4D61-A72B-A683C4D25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6C04583B-5D10-473C-AB39-6072561C7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9DB9B075-B21B-460C-9329-F57CB06EF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840a6a8fa0264664"/>
    <p:sldLayoutId xmlns:r="http://schemas.openxmlformats.org/officeDocument/2006/relationships" id="2147483664" r:id="R438a19a070cf4569"/>
    <p:sldLayoutId xmlns:r="http://schemas.openxmlformats.org/officeDocument/2006/relationships" id="2147483665" r:id="R760f3f573fb742a4"/>
    <p:sldLayoutId xmlns:r="http://schemas.openxmlformats.org/officeDocument/2006/relationships" id="2147483666" r:id="R8e7ea4650c9b4510"/>
    <p:sldLayoutId xmlns:r="http://schemas.openxmlformats.org/officeDocument/2006/relationships" id="2147483667" r:id="R85c84ca933ea4007"/>
    <p:sldLayoutId xmlns:r="http://schemas.openxmlformats.org/officeDocument/2006/relationships" id="2147483668" r:id="R81b3623a23cb4acf"/>
    <p:sldLayoutId xmlns:r="http://schemas.openxmlformats.org/officeDocument/2006/relationships" id="2147483669" r:id="Rd2c78ea1d53c4a9d"/>
    <p:sldLayoutId xmlns:r="http://schemas.openxmlformats.org/officeDocument/2006/relationships" id="2147483670" r:id="Rc8a159f03d8244f4"/>
    <p:sldLayoutId xmlns:r="http://schemas.openxmlformats.org/officeDocument/2006/relationships" id="2147483671" r:id="Rb8f691999fad4c56"/>
    <p:sldLayoutId xmlns:r="http://schemas.openxmlformats.org/officeDocument/2006/relationships" id="2147483672" r:id="R1edc1acd497d4e9f"/>
    <p:sldLayoutId xmlns:r="http://schemas.openxmlformats.org/officeDocument/2006/relationships" id="2147483673" r:id="R289c28eb4ab54e78"/>
    <p:sldLayoutId xmlns:r="http://schemas.openxmlformats.org/officeDocument/2006/relationships" id="2147483674" r:id="R6d8ec5b364df4ba9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fe1d481b344be" /><Relationship Type="http://schemas.openxmlformats.org/officeDocument/2006/relationships/image" Target="/ppt/media/image3.png" Id="R8bfea07831c44046" /><Relationship Type="http://schemas.openxmlformats.org/officeDocument/2006/relationships/notesSlide" Target="/ppt/notesSlides/notesSlide1.xml" Id="R3bc0aa40377945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2137e3ed9c34476" /><Relationship Type="http://schemas.openxmlformats.org/officeDocument/2006/relationships/image" Target="/ppt/media/image4.png" Id="R3b56255ed6dd4571" /><Relationship Type="http://schemas.openxmlformats.org/officeDocument/2006/relationships/notesSlide" Target="/ppt/notesSlides/notesSlide2.xml" Id="Rffbe87f4b03f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66a70c4e34a458c" /><Relationship Type="http://schemas.openxmlformats.org/officeDocument/2006/relationships/image" Target="/ppt/media/image4.png" Id="R30311a966ef84668" /><Relationship Type="http://schemas.openxmlformats.org/officeDocument/2006/relationships/notesSlide" Target="/ppt/notesSlides/notesSlide3.xml" Id="R40749fdad9ec4d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6580ab422c642ee" /><Relationship Type="http://schemas.openxmlformats.org/officeDocument/2006/relationships/image" Target="/ppt/media/image4.png" Id="R286e800df6d645b2" /><Relationship Type="http://schemas.openxmlformats.org/officeDocument/2006/relationships/chart" Target="/ppt/slides/charts/chart1.xml" Id="R770f54f25da74aac" /><Relationship Type="http://schemas.openxmlformats.org/officeDocument/2006/relationships/notesSlide" Target="/ppt/notesSlides/notesSlide4.xml" Id="R459add157f05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a34889f2f414588" /><Relationship Type="http://schemas.openxmlformats.org/officeDocument/2006/relationships/image" Target="/ppt/media/image4.png" Id="Rb8d1422472804748" /><Relationship Type="http://schemas.openxmlformats.org/officeDocument/2006/relationships/chart" Target="/ppt/slides/charts/chart2.xml" Id="R1cee49f0d29d40ad" /><Relationship Type="http://schemas.openxmlformats.org/officeDocument/2006/relationships/notesSlide" Target="/ppt/notesSlides/notesSlide5.xml" Id="R06cedd62a5b344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1e13b8b7d8d4158" /><Relationship Type="http://schemas.openxmlformats.org/officeDocument/2006/relationships/image" Target="/ppt/media/image4.png" Id="R8c47e9fbcf51441e" /><Relationship Type="http://schemas.openxmlformats.org/officeDocument/2006/relationships/chart" Target="/ppt/slides/charts/chart3.xml" Id="R7bbd39417f9749d8" /><Relationship Type="http://schemas.openxmlformats.org/officeDocument/2006/relationships/notesSlide" Target="/ppt/notesSlides/notesSlide6.xml" Id="R1a9fee940ef246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2b5eb35bf4e41bd" /><Relationship Type="http://schemas.openxmlformats.org/officeDocument/2006/relationships/image" Target="/ppt/media/image4.png" Id="Rf8e9114a1a2849e1" /><Relationship Type="http://schemas.openxmlformats.org/officeDocument/2006/relationships/notesSlide" Target="/ppt/notesSlides/notesSlide7.xml" Id="R04e5c9cb1c1041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e58e73e2a7848a9" /><Relationship Type="http://schemas.openxmlformats.org/officeDocument/2006/relationships/image" Target="/ppt/media/image4.png" Id="Ref1e114a41b44e14" /><Relationship Type="http://schemas.openxmlformats.org/officeDocument/2006/relationships/notesSlide" Target="/ppt/notesSlides/notesSlide8.xml" Id="R12f345acabac4a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b324d9ccb104805" /><Relationship Type="http://schemas.openxmlformats.org/officeDocument/2006/relationships/image" Target="/ppt/media/image4.png" Id="R14ab50a69a9047eb" /><Relationship Type="http://schemas.openxmlformats.org/officeDocument/2006/relationships/notesSlide" Target="/ppt/notesSlides/notesSlide9.xml" Id="Ref1c46f1028244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0054d2b68e84420" /><Relationship Type="http://schemas.openxmlformats.org/officeDocument/2006/relationships/image" Target="/ppt/media/image4.png" Id="Rab670368d2df408b" /><Relationship Type="http://schemas.openxmlformats.org/officeDocument/2006/relationships/notesSlide" Target="/ppt/notesSlides/notesSlide10.xml" Id="R19141bf53a0540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3ca3104e0534bf8" /><Relationship Type="http://schemas.openxmlformats.org/officeDocument/2006/relationships/image" Target="/ppt/media/image4.png" Id="Rff4c317acac94d13" /><Relationship Type="http://schemas.openxmlformats.org/officeDocument/2006/relationships/notesSlide" Target="/ppt/notesSlides/notesSlide11.xml" Id="R75b8d9a5ffab497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Finish rate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60</c:v>
              </c:pt>
              <c:pt idx="2">
                <c:v>100</c:v>
              </c:pt>
            </c:numLit>
          </c:val>
        </c:ser>
        <c:ser>
          <c:idx val="1"/>
          <c:order val="1"/>
          <c:tx>
            <c:v>Final PASS rate</c:v>
          </c:tx>
          <c:spPr>
            <a:solidFill xmlns:a="http://schemas.openxmlformats.org/drawingml/2006/main">
              <a:srgbClr val="00A86B"/>
            </a:solidFill>
          </c:spPr>
          <c:dPt>
            <c:idx val="1"/>
            <c:spPr>
              <a:solidFill xmlns:a="http://schemas.openxmlformats.org/drawingml/2006/main">
                <a:srgbClr val="F59E0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40</c:v>
              </c:pt>
              <c:pt idx="2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4B556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6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75" b="1">
                    <a:solidFill>
                      <a:srgbClr val="4B5563"/>
                    </a:solidFill>
                  </a:rPr>
                  <a:t>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4B5563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Max CV</c:v>
          </c:tx>
          <c:spPr>
            <a:solidFill xmlns:a="http://schemas.openxmlformats.org/drawingml/2006/main">
              <a:srgbClr val="4285F4"/>
            </a:solidFill>
          </c:spPr>
          <c:dPt>
            <c:idx val="1"/>
            <c:spPr>
              <a:solidFill xmlns:a="http://schemas.openxmlformats.org/drawingml/2006/main">
                <a:srgbClr val="DC262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0.825</c:v>
              </c:pt>
              <c:pt idx="1">
                <c:v>6.83</c:v>
              </c:pt>
              <c:pt idx="2">
                <c:v>0.86</c:v>
              </c:pt>
            </c:numLit>
          </c:val>
        </c:ser>
        <c:ser>
          <c:idx val="1"/>
          <c:order val="1"/>
          <c:tx>
            <c:v>QC 4%</c:v>
          </c:tx>
          <c:spPr>
            <a:solidFill xmlns:a="http://schemas.openxmlformats.org/drawingml/2006/main">
              <a:srgbClr val="CFF7E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4</c:v>
              </c:pt>
              <c:pt idx="1">
                <c:v>4</c:v>
              </c:pt>
              <c:pt idx="2">
                <c:v>4</c:v>
              </c:pt>
            </c:numLit>
          </c:val>
        </c:ser>
        <c:ser>
          <c:idx val="2"/>
          <c:order val="2"/>
          <c:tx>
            <c:v>Customer 5%</c:v>
          </c:tx>
          <c:spPr>
            <a:solidFill xmlns:a="http://schemas.openxmlformats.org/drawingml/2006/main">
              <a:srgbClr val="DBEAF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5</c:v>
              </c:pt>
              <c:pt idx="1">
                <c:v>5</c:v>
              </c:pt>
              <c:pt idx="2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4B556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6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4B5563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Max worst-channel CV</c:v>
          </c:tx>
          <c:spPr>
            <a:solidFill xmlns:a="http://schemas.openxmlformats.org/drawingml/2006/main">
              <a:srgbClr val="4285F4"/>
            </a:solidFill>
          </c:spPr>
          <c:dPt>
            <c:idx val="1"/>
            <c:spPr>
              <a:solidFill xmlns:a="http://schemas.openxmlformats.org/drawingml/2006/main">
                <a:srgbClr val="F59E0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2.88</c:v>
              </c:pt>
              <c:pt idx="1">
                <c:v>3.45</c:v>
              </c:pt>
              <c:pt idx="2">
                <c:v>3.04</c:v>
              </c:pt>
            </c:numLit>
          </c:val>
        </c:ser>
        <c:ser>
          <c:idx val="1"/>
          <c:order val="1"/>
          <c:tx>
            <c:v>QC 5.6%</c:v>
          </c:tx>
          <c:spPr>
            <a:solidFill xmlns:a="http://schemas.openxmlformats.org/drawingml/2006/main">
              <a:srgbClr val="CFF7E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5.6</c:v>
              </c:pt>
              <c:pt idx="1">
                <c:v>5.6</c:v>
              </c:pt>
              <c:pt idx="2">
                <c:v>5.6</c:v>
              </c:pt>
            </c:numLit>
          </c:val>
        </c:ser>
        <c:ser>
          <c:idx val="2"/>
          <c:order val="2"/>
          <c:tx>
            <c:v>Customer 7%</c:v>
          </c:tx>
          <c:spPr>
            <a:solidFill xmlns:a="http://schemas.openxmlformats.org/drawingml/2006/main">
              <a:srgbClr val="DBEAF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7</c:v>
              </c:pt>
              <c:pt idx="1">
                <c:v>7</c:v>
              </c:pt>
              <c:pt idx="2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4B556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6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4B5563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Google Shape;167;p28">
            <a:extLst xmlns:a="http://schemas.openxmlformats.org/drawingml/2006/main">
              <a:ext uri="{FF2B5EF4-FFF2-40B4-BE49-F238E27FC236}">
                <a16:creationId xmlns:a16="http://schemas.microsoft.com/office/drawing/2014/main" id="{870EC8D2-ABDC-4467-80D3-371D0EBC56B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81350" y="1707900"/>
            <a:ext cx="5801400" cy="11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P2HHV32 96CH LV Three-Type Aging Test Comparison Report</a:t>
            </a:r>
          </a:p>
        </p:txBody>
      </p:sp>
      <p:sp>
        <p:nvSpPr>
          <p:cNvPr id="168" name="Google Shape;168;p28">
            <a:extLst xmlns:a="http://schemas.openxmlformats.org/drawingml/2006/main">
              <a:ext uri="{FF2B5EF4-FFF2-40B4-BE49-F238E27FC236}">
                <a16:creationId xmlns:a16="http://schemas.microsoft.com/office/drawing/2014/main" id="{65FF433E-188D-4F4B-8B24-FED30ED4D1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023625" y="3748200"/>
            <a:ext cx="3054300" cy="49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75714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</a:p>
        </p:txBody>
      </p:sp>
      <p:pic>
        <p:nvPicPr>
          <p:cNvPr id="172" name="Google Shape;169;p28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8bfea07831c44046">
            <a:alphaModFix/>
          </a:blip>
          <a:srcRect xmlns:a="http://schemas.openxmlformats.org/drawingml/2006/main" l="1393" t="0" r="65272" b="22654"/>
          <a:stretch xmlns:a="http://schemas.openxmlformats.org/drawingml/2006/main"/>
        </p:blipFill>
        <p:spPr>
          <a:xfrm xmlns:a="http://schemas.openxmlformats.org/drawingml/2006/main">
            <a:off x="0" y="0"/>
            <a:ext cx="318134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67765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1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56255ed6dd45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Executive Summary: Main Difference Is Concentrated in Rod Seal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E8A0DB9-3D55-4972-B5F8-57DF336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C0ECC62-A61E-430F-9017-3ED2B49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Compared types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F9CF083-AB89-4CAD-A12A-9560CE4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3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209DD53-68BF-4DA5-8FE6-70B3AD7A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108A656-4961-4BB2-B56C-B1D4D513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Total units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0699FAE-6CF5-4E5F-8236-0D141560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14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4B76B99-EBE6-4CFB-9FAF-6E1BE3E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26217E7-4F5F-4AE8-88D2-A0495BB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Reached 392%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54757F8-3384-4129-9E5F-F70E20A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12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42493FA-A1BD-4B8F-BFCA-9798520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20C253C-1F07-4B8B-BD52-AA7459C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STOP / Risk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6C12200-8A85-4901-8C28-8C7E0EC0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3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763508F-9204-4E31-80C7-C61E3678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C1EA63B-3AD2-41CF-ACA3-5043177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Key conclusion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FE471D2-A778-44F9-85FF-1425343D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9651976-A718-4761-A62B-61AB87CB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33333"/>
                </a:solidFill>
              </a:defRPr>
            </a:pPr>
            <a:r>
              <a:rPr sz="750">
                <a:solidFill>
                  <a:srgbClr val="333333"/>
                </a:solidFill>
              </a:rPr>
              <a:t>Mold Oring Rework and Mold Seal both show 100% Finish / PASS, and both have max CV below 1%, leaving strong margin.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E70A881-0349-43BD-BDF7-2CE3F832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446E060-7B2F-4A3F-8DA8-B6DF435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33333"/>
                </a:solidFill>
              </a:defRPr>
            </a:pPr>
            <a:r>
              <a:rPr sz="750">
                <a:solidFill>
                  <a:srgbClr val="333333"/>
                </a:solidFill>
              </a:rPr>
              <a:t>Rod Seal has only 2/5 clear PASS units, plus 2 STOP/FAIL and 1 QC risk unit; it is the only type not recommended for direct release.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FAB7475-B3D7-43C4-BD7B-B8EE09E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0D89824-B3AB-40E5-8752-741C0AFE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33333"/>
                </a:solidFill>
              </a:defRPr>
            </a:pPr>
            <a:r>
              <a:rPr sz="750">
                <a:solidFill>
                  <a:srgbClr val="333333"/>
                </a:solidFill>
              </a:rPr>
              <a:t>Rod Seal issues are not driven by broad worst-channel CV exceedance, but by low aspiration, leakage/leak-rate notes, and 392% CV risk.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1155023-0F71-409C-AC0A-4CC96AA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383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BFBEA90-7E7F-4E40-816D-96AAD798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2A8"/>
          </a:solidFill>
          <a:ln xmlns:a="http://schemas.openxmlformats.org/drawingml/2006/main" w="0">
            <a:solidFill>
              <a:srgbClr val="FFE2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B45309"/>
                </a:solidFill>
              </a:defRPr>
            </a:pPr>
            <a:r>
              <a:rPr sz="690" b="1">
                <a:solidFill>
                  <a:srgbClr val="B45309"/>
                </a:solidFill>
              </a:rPr>
              <a:t>Direction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1692ECF-CF73-4BBD-BDD1-6461C355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2890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1. Archive Mold Oring Rework and Mold Seal as PASS.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2. Hold Rod Seal until failure RCA, structural/assembly review, and retest are complete.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3. Sync the aging summary before formal archive.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4. Align the retest or written explanation for 392% plate4/plate5 #DIV/0!.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8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311a966ef846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Three-Type Status Snapshot: Rod Seal Has STOP/FAIL and QC Risk</a:t>
            </a:r>
          </a:p>
        </p:txBody>
      </p:sp>
      <p:graphicFrame>
        <p:nvGraphicFramePr>
          <p:cNvPr id="230" name=""/>
          <p:cNvGraphicFramePr/>
          <p:nvPr/>
        </p:nvGraphicFramePr>
        <p:xfrm>
          <a:off xmlns:a="http://schemas.openxmlformats.org/drawingml/2006/main" x="400050" y="1200150"/>
          <a:ext xmlns:a="http://schemas.openxmlformats.org/drawingml/2006/main" cx="8286750" cy="1666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04950"/>
                <a:gridCol w="495300"/>
                <a:gridCol w="533400"/>
                <a:gridCol w="533400"/>
                <a:gridCol w="533400"/>
                <a:gridCol w="685800"/>
                <a:gridCol w="742950"/>
                <a:gridCol w="952500"/>
                <a:gridCol w="1000125"/>
              </a:tblGrid>
              <a:tr h="416719"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Fail/Stop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Max worst ch.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Overall judgment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Mold Oring Rework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0.825%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2.88%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Rod Seal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6.83%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3.45%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HOLD / RCA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Mold Seal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0.86%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3.04%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</a:tr>
            </a:tbl>
          </a:graphicData>
        </a:graphic>
      </p:graphicFrame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E459997-D129-4B1B-86B4-FC1B8CD5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1383350-1914-498C-A9C5-6FEEBE4C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Mold Oring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9D712E3-D209-445A-94F1-D63D868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4/4 reached 392% / 1.02M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Final PASS: 4/4; Fail/Stop: 0/4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Judgment: PASS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3A6C262-71B6-4C1D-89BB-46D47FB7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004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4890178-5D40-43A7-A0B8-646CBAE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Rod Seal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F0FE375-4A65-4C34-BE43-939ED9C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385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3/5 reached 392%; 2/5 stopped around 175%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Final PASS: 2/5; Fail/Stop: 2/5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Judgment: HOLD / RCA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42931A4-FBC9-4040-B978-0840FE3C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004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A3DC093-29E9-4748-A305-E3A31187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Mold Seal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D2D9D81-C445-4495-9029-AD97622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5/5 reached 392% / 1.02M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Final PASS: 5/5; Fail/Stop: 0/5</a:t>
            </a:r>
          </a:p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Judgment: PASS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0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6e800df6d645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Completion and Final PASS Rate: Rod Seal Lags Clearly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913E62C-AE10-408B-8866-05EA1033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9055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33" name="Chart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0f54f25da74aac"/>
          </a:graphicData>
        </a:graphic>
      </p:graphicFrame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B530F01-D3E2-49EF-9DFC-9377A03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5BA8106-951A-4A6C-86F0-27EB51B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2875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Best PASS rate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4FB3EC-C3AD-4D45-ACA5-9D5F976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9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100%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13DFB99-A5CB-43CC-B029-87FB8D5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 b="1">
                <a:solidFill>
                  <a:srgbClr val="00A86B"/>
                </a:solidFill>
              </a:defRPr>
            </a:pPr>
            <a:r>
              <a:rPr sz="653" b="1">
                <a:solidFill>
                  <a:srgbClr val="00A86B"/>
                </a:solidFill>
              </a:rPr>
              <a:t>Mold Oring / Mold Seal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2695E44-B6C2-4174-BD0F-6C34AC5F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CB506D2-BAAE-42C1-9209-3E664EA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Rod Seal PASS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9D632F4-3EA7-44D5-9905-F0A7BB6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43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40%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99180DF-3D87-44D2-8FEE-8AE7D1F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412EDF5-8654-46FA-8B30-DCACB94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Risk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1576D29-E468-41E8-925C-14119973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Rod Seal has 2 STOP/FAIL units and 1 QC risk unit.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7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d14224728047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Maximum Optical CV: Rod Seal Exceeds QC Limit at 175%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644296A-3B58-4B9F-9730-12D5EC1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8102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30" name="Chart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5143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ee49f0d29d40ad"/>
          </a:graphicData>
        </a:graphic>
      </p:graphicFrame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C14351F-2BB3-4A22-AF03-EB7CC6A8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4DB6133-A3EF-4245-9A7C-04F8630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192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Highest value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E364D01-AFF2-497E-BF51-E662EA94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2626"/>
                </a:solidFill>
              </a:defRPr>
            </a:pPr>
            <a:r>
              <a:rPr sz="2175" b="1">
                <a:solidFill>
                  <a:srgbClr val="DC2626"/>
                </a:solidFill>
              </a:rPr>
              <a:t>6.83%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0EF5664-D4C4-4F37-A08A-3EDC1922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>
                <a:solidFill>
                  <a:srgbClr val="333333"/>
                </a:solidFill>
              </a:defRPr>
            </a:pPr>
            <a:r>
              <a:rPr sz="615">
                <a:solidFill>
                  <a:srgbClr val="333333"/>
                </a:solidFill>
              </a:rPr>
              <a:t>Rod Seal / 0627A02 / 175%, with D3/G9 low aspiration.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CFCEBAF-65B5-493A-9FA2-09E6A7C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E86F2AC-F1EB-4DB6-8547-DE3E8AFB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813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Passing types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57E59F4-F872-496A-9676-1E544586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Mold Oring and Mold Seal both have max CV below 1%.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21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47e9fbcf5144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5" name="Google Shape;225;p34">
            <a:extLst xmlns:a="http://schemas.openxmlformats.org/drawingml/2006/main">
              <a:ext uri="{FF2B5EF4-FFF2-40B4-BE49-F238E27FC236}">
                <a16:creationId xmlns:a16="http://schemas.microsoft.com/office/drawing/2014/main" id="{3891484F-13BF-4E66-B182-77FD34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Maximum Worst-Channel CV: All Three Types Below the 5.6% QC Limit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0FAAA91-523A-481C-BDA0-9A5C0320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8102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42" name="Chart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5143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bd39417f9749d8"/>
          </a:graphicData>
        </a:graphic>
      </p:graphicFrame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588BE9A-6A50-43A5-BFF7-CC256C42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42EDBEF-602E-4F82-BCC1-74A45F7E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2875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value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B6A6834-D37F-432B-828F-0EB8365B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9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3.45%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3504B05-721F-46D7-90FB-FF44B44D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45" b="1">
                <a:solidFill>
                  <a:srgbClr val="B45309"/>
                </a:solidFill>
              </a:defRPr>
            </a:pPr>
            <a:r>
              <a:rPr sz="645" b="1">
                <a:solidFill>
                  <a:srgbClr val="B45309"/>
                </a:solidFill>
              </a:rPr>
              <a:t>Rod Seal / 0409A02 / 200%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809CD00-D590-4973-BF88-90AB4D6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02F2E93-99EA-45A0-8AAC-C982A88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limit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4467C5B-9C49-40FA-941F-26BA697D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43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5.6%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2C9A8CD-491D-4CEE-A248-33D553ED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BFE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2C9FA79-9882-4DC9-A022-DCBD2E6E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Interpretation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76DBCDF-B0F6-494A-A268-51D7D55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Rod Seal failures lean mechanical/aspiration/leak related, not broad worst-channel CV exceedance.</a:t>
            </a:r>
          </a:p>
        </p:txBody>
      </p:sp>
    </p:spTree>
    <p:extLst>
      <p:ext uri="{BB962C8B-B14F-4D97-AF65-F5344CB8AC3E}">
        <p14:creationId xmlns:p14="http://schemas.microsoft.com/office/powerpoint/2010/main" val="20554589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e9114a1a2849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Mold Oring Rework: Overall PASS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8B40EBB-2D80-435C-914A-8A1AC92D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00100"/>
            <a:ext cx="1190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7E1"/>
          </a:solidFill>
          <a:ln xmlns:a="http://schemas.openxmlformats.org/drawingml/2006/main" w="0">
            <a:solidFill>
              <a:srgbClr val="CFF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0A86B"/>
                </a:solidFill>
              </a:defRPr>
            </a:pPr>
            <a:r>
              <a:rPr sz="690" b="1">
                <a:solidFill>
                  <a:srgbClr val="00A86B"/>
                </a:solidFill>
              </a:rPr>
              <a:t>PASS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F2EBD25-147B-47B7-8D2F-36557DB4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62E3900-C4BF-4131-AA11-D19CF2E4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Sample count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F41A9B2-AD24-4C90-9D14-0DBC58AC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4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7030E75-6460-4F1F-A738-962775B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79E4C39-155C-4D53-BDBC-D671AC04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 / PASS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F63D1B0-36B2-435C-B15A-90BE6B9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4/4 / 4/4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98590C1-2422-4A23-B3F3-A179A6DD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D9EBAA8-A5B4-484A-9FD3-35A53AB1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8D944B7-F433-41A8-B0BD-EDCA0E92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0.825%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39BC13E-F5F7-430D-9B1C-0D10A4B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2731815-1F38-470A-BB8D-6BF13E36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263BED8-36F7-4473-9E66-F7D08B36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2.88%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4C21B6A-B2A6-4A2C-ABAF-39F8C72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3DE59AE-DD8D-47E7-9CC1-59903BA2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Type conclusion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F026738-7052-49BD-B626-E17579EC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1EAA80A-6DFB-4217-B09D-D680F26F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0">
                <a:solidFill>
                  <a:srgbClr val="333333"/>
                </a:solidFill>
              </a:defRPr>
            </a:pPr>
            <a:r>
              <a:rPr sz="630">
                <a:solidFill>
                  <a:srgbClr val="333333"/>
                </a:solidFill>
              </a:rPr>
              <a:t>All 4 units are Finish and completed 392%; all available CV and worst-channel CV results are below limits, giving the best margin among the three types.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487058A-87E1-4E25-815B-88AA250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DD9175C-E072-408C-9E67-41478CDC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333333"/>
                </a:solidFill>
              </a:defRPr>
            </a:pPr>
            <a:r>
              <a:rPr sz="600">
                <a:solidFill>
                  <a:srgbClr val="333333"/>
                </a:solidFill>
              </a:rPr>
              <a:t>The summary sheet still shows 238% running; 392% plate4/plate5 are #DIV/0!; 0411A03 has an initial 0% high %D note, but later CV remains within spec.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20E6E57-FF87-4E63-BCF7-E695293F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41338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1" name=""/>
          <p:cNvGraphicFramePr/>
          <p:nvPr/>
        </p:nvGraphicFramePr>
        <p:xfrm>
          <a:off xmlns:a="http://schemas.openxmlformats.org/drawingml/2006/main" x="4419600" y="2286000"/>
          <a:ext xmlns:a="http://schemas.openxmlformats.org/drawingml/2006/main" cx="3790950" cy="1409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71500"/>
                <a:gridCol w="666750"/>
                <a:gridCol w="552450"/>
                <a:gridCol w="476250"/>
                <a:gridCol w="552450"/>
                <a:gridCol w="971550"/>
              </a:tblGrid>
              <a:tr h="281940"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Judgment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worst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0401A03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0.566%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1.01%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0408A02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0.492%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1.41%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0410A07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0.724%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1.60%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0411A03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0.825%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2.88%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0% high %D; later CV within spec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1e114a41b44e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Rod Seal: HOLD and RCA Required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B37C2D9-28CD-447B-B45A-186C9755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00100"/>
            <a:ext cx="1190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DC2626"/>
                </a:solidFill>
              </a:defRPr>
            </a:pPr>
            <a:r>
              <a:rPr sz="690" b="1">
                <a:solidFill>
                  <a:srgbClr val="DC2626"/>
                </a:solidFill>
              </a:rPr>
              <a:t>HOLD / RCA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9F26A88-FA4A-4A70-8238-B6E70D8C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EEBD9F7-779B-4051-8AFE-046D49E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Sample count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C202041-1711-4BEE-9F24-37821718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C0D40AA-8061-4DC4-A879-AA73BEE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2603982-C239-4608-B1BC-B73E4BCF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 / PASS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C770313-29F6-4BFD-B813-9D6D680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3/5 / 2/5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9301944-0433-4731-83E3-702B76AF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3102486-255E-4FB9-992B-2161C64D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E97F460-96ED-4218-AA12-57FB104F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78A2A0A-F764-4226-899D-64BE9F9A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FCBA3FA-4A80-4F6C-A857-861203B8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08D18A9-D32F-415F-912F-7A0332E5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3.45%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C59ED0D-17FB-438F-ACED-A16F54CE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0777E64-B2B2-4CBF-A0BB-83475D49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Type conclusion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280AE34-A07F-46D7-B729-E4CCA9DC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6FCB722-6F50-4547-963F-D5239F7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0">
                <a:solidFill>
                  <a:srgbClr val="333333"/>
                </a:solidFill>
              </a:defRPr>
            </a:pPr>
            <a:r>
              <a:rPr sz="630">
                <a:solidFill>
                  <a:srgbClr val="333333"/>
                </a:solidFill>
              </a:rPr>
              <a:t>This is the only type with STOP/FAIL and QC risk records; issues concentrate in low aspiration, leakage/leak-rate notes, and 392% CV QC risk.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457B2BC-5A63-44FE-87A3-C53338DF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4288A3B-D87D-47BA-900F-963C0D8F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333333"/>
                </a:solidFill>
              </a:defRPr>
            </a:pPr>
            <a:r>
              <a:rPr sz="600">
                <a:solidFill>
                  <a:srgbClr val="333333"/>
                </a:solidFill>
              </a:rPr>
              <a:t>0627A02 has 6.83% CV at 175% with D3/G9 low aspiration; 0627A03 failed between 150%-175%; 0701A01 is Finish but has 4.16% CV at 392%, judged QC risk.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49CDF78-72B3-40BB-AF78-5E53D34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41338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1" name=""/>
          <p:cNvGraphicFramePr/>
          <p:nvPr/>
        </p:nvGraphicFramePr>
        <p:xfrm>
          <a:off xmlns:a="http://schemas.openxmlformats.org/drawingml/2006/main" x="4419600" y="2286000"/>
          <a:ext xmlns:a="http://schemas.openxmlformats.org/drawingml/2006/main" cx="3790950" cy="1581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71500"/>
                <a:gridCol w="666750"/>
                <a:gridCol w="552450"/>
                <a:gridCol w="476250"/>
                <a:gridCol w="552450"/>
                <a:gridCol w="971550"/>
              </a:tblGrid>
              <a:tr h="263525"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Judgment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worst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STOP 150%-175%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FAIL/STOP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6.83%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0.81%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D3/G9 low aspiration; rework/teardown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0409A03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0.52%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1.07%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0409A02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0.74%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3.45%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200% B5 LOW %D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STOP 150%-175%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FAIL/STOP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0.47%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0.66%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E10/B7 no aspiration; CH19/58 leak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0701A01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QC RISK</a:t>
                      </a:r>
                    </a:p>
                  </a:txBody>
                  <a:tcPr marL="91440" marR="91440" marT="45720" marB="45720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4.16%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2.30%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H4 LOW %D; leak rate 23.46 pa/s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ab50a69a9047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Mold Seal: Overall PASS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DFC8CA0-0794-4A14-BBD8-ED4D82DA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00100"/>
            <a:ext cx="1190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7E1"/>
          </a:solidFill>
          <a:ln xmlns:a="http://schemas.openxmlformats.org/drawingml/2006/main" w="0">
            <a:solidFill>
              <a:srgbClr val="CFF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0A86B"/>
                </a:solidFill>
              </a:defRPr>
            </a:pPr>
            <a:r>
              <a:rPr sz="690" b="1">
                <a:solidFill>
                  <a:srgbClr val="00A86B"/>
                </a:solidFill>
              </a:rPr>
              <a:t>PASS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0E138DC-838C-45B0-AF57-E8AF72F7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B7E8050-F8B0-451D-8DA2-4F1103B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Sample count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BB4B115-B278-4BE4-8C8F-76DD714D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62C314-2645-4211-82F8-2D33609A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49D401F-34FB-4A93-BD64-134A4AA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 / PASS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EB96806-0004-448E-85BD-8F2E47C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5/5 / 5/5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12609E0-9031-403A-8A1D-6B30B24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6535C99-F790-4303-A10D-51A1E10B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5F609B1-3674-43C6-B4AD-C85DF6D9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0.86%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5D5A0CC-8394-406D-ABD3-39DC4440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F7927D1-80A6-4758-AD83-C12FC85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938D861-1E31-455B-B376-0BA15BBC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3.04%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629C78A-F082-41C9-BAE2-B3F2B92A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68F43D7-A50D-4942-A43C-26BC962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Type conclusion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F23C716-73FF-4C50-A863-B7B1BC3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62470FD-4D68-4FCA-8219-47C8A166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0">
                <a:solidFill>
                  <a:srgbClr val="333333"/>
                </a:solidFill>
              </a:defRPr>
            </a:pPr>
            <a:r>
              <a:rPr sz="630">
                <a:solidFill>
                  <a:srgbClr val="333333"/>
                </a:solidFill>
              </a:rPr>
              <a:t>All 5 units are Finish and completed 392%; max CV is 0.86% and max worst-channel CV is 3.04%, both within specification.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2D46C76-DC0D-4656-8A9C-50062DE1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DD38E56-A4C7-4106-995B-0F3684F4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333333"/>
                </a:solidFill>
              </a:defRPr>
            </a:pPr>
            <a:r>
              <a:rPr sz="600">
                <a:solidFill>
                  <a:srgbClr val="333333"/>
                </a:solidFill>
              </a:rPr>
              <a:t>The summary sheet still shows 200% running; 392% plate4/plate5 are #DIV/0!; some 315% records used only 3 plates under the new validation.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DCDA53B-505A-49D0-9B06-F40F3A7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41338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1" name=""/>
          <p:cNvGraphicFramePr/>
          <p:nvPr/>
        </p:nvGraphicFramePr>
        <p:xfrm>
          <a:off xmlns:a="http://schemas.openxmlformats.org/drawingml/2006/main" x="4419600" y="2286000"/>
          <a:ext xmlns:a="http://schemas.openxmlformats.org/drawingml/2006/main" cx="3790950" cy="1581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71500"/>
                <a:gridCol w="666750"/>
                <a:gridCol w="552450"/>
                <a:gridCol w="476250"/>
                <a:gridCol w="552450"/>
                <a:gridCol w="971550"/>
              </a:tblGrid>
              <a:tr h="263525"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Judgment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worst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0407A02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0.54%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3.00%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0.86%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3.04%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100% C8 LOW %D; 3-plate scope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0701A05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0.69%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2.57%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0.72%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315% new validation: 3 plates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0702A04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0.64%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1.92%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75% skip/#REF; 3-plate scope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5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670368d2df40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Failure Mode and Data Quality Comparison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49B4F13-95B0-496B-BBC7-CF5121CE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2CF6EDD-5153-4BBC-9489-0432CEF5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ABE1B53-0E3B-4BF2-8914-87035C6D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4048571-1731-429F-A206-D69C4A6C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49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Mold Oring Rework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A5C05C3-115D-4E88-AE8E-419C90F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904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A86B"/>
                </a:solidFill>
              </a:defRPr>
            </a:pPr>
            <a:r>
              <a:rPr sz="750" b="1">
                <a:solidFill>
                  <a:srgbClr val="00A86B"/>
                </a:solidFill>
              </a:rPr>
              <a:t>Failure / risk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7710600-35C5-4E06-9E62-004BE0C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No STOP/FAIL; only 0411A03 has an early 0% high %D note, and later CV stays within spec.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342D21A-8D25-4A62-A883-BEC0EC38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904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Data quality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2C704FF-BABF-4145-BE91-6F0132BA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Summary sheet lags at 238%; 392% plate4/plate5 are #DIV/0!.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28B0CE8-6612-4069-A3AB-EC7C8211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85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65B4D58-1FBD-413F-A1F2-5E9D2694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8269428-3BFD-42E7-A931-642D423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3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C5394AF-DF7A-4F6E-8361-2B0983B0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049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Rod Seal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A706271-B770-463F-A7F6-B4B4D0F3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43100"/>
            <a:ext cx="904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2626"/>
                </a:solidFill>
              </a:defRPr>
            </a:pPr>
            <a:r>
              <a:rPr sz="750" b="1">
                <a:solidFill>
                  <a:srgbClr val="DC2626"/>
                </a:solidFill>
              </a:rPr>
              <a:t>Failure / risk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1674A34-89B7-462E-8690-FF248C7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2 STOP/FAIL units: low/no aspiration and high leak-rate notes; 1 Finish unit has 392% CV 4.16% QC risk.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8F620B5-5BBF-495B-9DD2-9849334E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904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Data quality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F7CFA08-42B4-4AA9-8D46-65080BC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Some Finish units still show 200% running in the summary; 392% plate4/plate5 are #DIV/0!.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85735A2-6DA2-4720-990A-CB8498F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85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B9A97A2-3EFA-4CA4-B39A-5681057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B532236-0946-4F3B-ACAD-53FCF13F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3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50D6C86-187C-4E8C-91B2-7521288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Mold Seal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70384CB-03D1-4295-886F-D0800CA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904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A86B"/>
                </a:solidFill>
              </a:defRPr>
            </a:pPr>
            <a:r>
              <a:rPr sz="750" b="1">
                <a:solidFill>
                  <a:srgbClr val="00A86B"/>
                </a:solidFill>
              </a:rPr>
              <a:t>Failure / risk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8E27116-A24F-4BFF-AD55-DE923CF0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No STOP/FAIL; 0627A05 has a C8 LOW %D note, but CV / worst-channel CV remain within spec.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8057F5A-5953-4F73-8EFB-865ED65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904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Data quality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E7A9AC7-39F3-4510-BB65-7390531D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8">
                <a:solidFill>
                  <a:srgbClr val="4B5563"/>
                </a:solidFill>
              </a:defRPr>
            </a:pPr>
            <a:r>
              <a:rPr sz="578">
                <a:solidFill>
                  <a:srgbClr val="4B5563"/>
                </a:solidFill>
              </a:rPr>
              <a:t>Summary sheet lags at 200%; 392% plate4/plate5 are #DIV/0!; some 315% records use only 3 plates.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B327CD5-DEE3-435F-9BBB-B192F46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7867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BFE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5DE0E7D-3E7C-48CC-AF12-6021BD5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Common action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1639781-9A22-4AF3-8FAE-E00F7E1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14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33333"/>
                </a:solidFill>
              </a:defRPr>
            </a:pPr>
            <a:r>
              <a:rPr sz="675">
                <a:solidFill>
                  <a:srgbClr val="333333"/>
                </a:solidFill>
              </a:rPr>
              <a:t>All three types have aging-summary vs. RD-detail sync gaps and 392% plate4/plate5 #DIV/0! archive-scope questions. Align retest or written explanation before final archive.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6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4c317acac94d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Final Recommendation: Two Types Pass; Rod Seal Requires RCA Before Release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CFB2387-1E0F-445B-9505-9018A61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96DA3FA-A346-46CC-BBFD-0220A56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67E1EAB-DA7A-4950-AA26-0EB80A6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5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C59A149-DA4B-43D1-A557-461984A7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097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86B"/>
                </a:solidFill>
              </a:defRPr>
            </a:pPr>
            <a:r>
              <a:rPr sz="1050" b="1">
                <a:solidFill>
                  <a:srgbClr val="00A86B"/>
                </a:solidFill>
              </a:rPr>
              <a:t>Recommend PASS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EBBE00C-CB14-47D7-9A7D-B2AAE516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00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Mold Oring Rework: 4/4 Finish, 4/4 PASS, max CV 0.825%, max worst-channel CV 2.88%; best optical margin among the three types.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8B4F0DE-47B5-4474-973C-D53B9FA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EAAAAE4-C493-464E-B911-6B4EED0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7E564F8-C0AE-4166-9500-5B39CB5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A980C0C-BAE6-4B5D-864D-B143DD22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86B"/>
                </a:solidFill>
              </a:defRPr>
            </a:pPr>
            <a:r>
              <a:rPr sz="1050" b="1">
                <a:solidFill>
                  <a:srgbClr val="00A86B"/>
                </a:solidFill>
              </a:rPr>
              <a:t>Recommend PASS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351D054-C788-4C07-B1F2-7CA5891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Mold Seal: 5/5 Finish, 5/5 PASS, max CV 0.86%, max worst-channel CV 3.04%; archive in the PASS direction.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DA9CAF2-6DA8-48C0-9575-55D841B1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12F46F3-07E7-468C-8823-E774130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0F6EDE6-56EC-4229-9D13-916C45F7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C2E6DE7-F613-4186-B8A4-8A6ACEB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Hold release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6633980-08DD-4679-AC96-112355E8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670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Rod Seal: 2/5 STOP/FAIL and 1/5 QC risk. Complete failed-unit teardown, aspiration/leak RCA, structure/assembly review, and retest before final judgment.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CF44C67-457D-4DF7-B656-4ED5224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429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A981BB3-E8CB-41F2-A6A7-155B7713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Unified archive actions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6D05370-BD58-4349-8C37-6D68D07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Sync the aging summary; align retest or written explanation for 392% plate4/plate5 #DIV/0!; retain all LOW %D, low aspiration, leak-rate, and 3-plate validation notes.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2026-06-15T08:30:48.5600000Z</dcterms:created>
  <dcterms:modified xsi:type="dcterms:W3CDTF">2026-06-15T08:30:48.5600000Z</dcterms:modified>
</coreProperties>
</file>