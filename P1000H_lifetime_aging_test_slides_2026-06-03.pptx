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66160" y="0"/>
            <a:ext cx="73152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60520" y="123444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3437"/>
                </a:solidFill>
              </a:rPr>
              <a:t>P1KH 96-Channel P1000H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60520" y="170078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437"/>
                </a:solidFill>
              </a:rPr>
              <a:t>老化测试分析报告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87952" y="245059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384"/>
                </a:solidFill>
              </a:rPr>
              <a:t>Lifetime / Aging Test Report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87384"/>
                </a:solidFill>
              </a:rPr>
              <a:t>Pressure Excluded | 2026-06-03 | SZ ENG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914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BFF"/>
                </a:solidFill>
              </a:rPr>
              <a:t>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298448"/>
            <a:ext cx="23317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 pipettes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1,020,000 cycles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392.3% life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Status: Finish x5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87952" y="4160520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437"/>
                </a:solidFill>
              </a:rPr>
              <a:t>Final conclusion is conditional until key non-pressure abnormal items are closed.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87952" y="4727448"/>
            <a:ext cx="3886200" cy="0"/>
          </a:xfrm>
          <a:prstGeom prst="line">
            <a:avLst/>
          </a:prstGeom>
          <a:noFill/>
          <a:ln w="1524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651052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168D3"/>
                </a:solidFill>
              </a:rPr>
              <a:t>Opentrons 2026 - P1000H Lifetime / Aging Test | 1/8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109728" cy="329184"/>
          </a:xfrm>
          <a:prstGeom prst="rect">
            <a:avLst/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68D3"/>
                </a:solidFill>
              </a:rPr>
              <a:t>Contents / 目录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0" y="3200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68D3"/>
                </a:solidFill>
              </a:rPr>
              <a:t>Opentrons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168D3"/>
                </a:solidFill>
              </a:rPr>
              <a:t>Opentrons 2026 - P1000H Lifetime / Aging Test | 2/8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868680" y="1143000"/>
            <a:ext cx="475488" cy="329184"/>
          </a:xfrm>
          <a:prstGeom prst="roundRect">
            <a:avLst>
              <a:gd name="adj" fmla="val 13889"/>
            </a:avLst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1158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54480" y="113385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437"/>
                </a:solidFill>
              </a:rPr>
              <a:t>1. 测试范围与数据口径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1819656"/>
            <a:ext cx="475488" cy="329184"/>
          </a:xfrm>
          <a:prstGeom prst="roundRect">
            <a:avLst>
              <a:gd name="adj" fmla="val 13889"/>
            </a:avLst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8823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54480" y="181051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437"/>
                </a:solidFill>
              </a:rPr>
              <a:t>2. 总体老化结果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68680" y="2496312"/>
            <a:ext cx="475488" cy="329184"/>
          </a:xfrm>
          <a:prstGeom prst="roundRect">
            <a:avLst>
              <a:gd name="adj" fmla="val 13889"/>
            </a:avLst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6489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54480" y="248716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437"/>
                </a:solidFill>
              </a:rPr>
              <a:t>3. CV 峰值与通道风险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68680" y="3172968"/>
            <a:ext cx="475488" cy="329184"/>
          </a:xfrm>
          <a:prstGeom prst="roundRect">
            <a:avLst>
              <a:gd name="adj" fmla="val 13889"/>
            </a:avLst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4154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54480" y="316382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437"/>
                </a:solidFill>
              </a:rPr>
              <a:t>4. 每台移液器分析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68680" y="3849624"/>
            <a:ext cx="475488" cy="329184"/>
          </a:xfrm>
          <a:prstGeom prst="roundRect">
            <a:avLst>
              <a:gd name="adj" fmla="val 13889"/>
            </a:avLst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91820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54480" y="384048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437"/>
                </a:solidFill>
              </a:rPr>
              <a:t>5. 风险排序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68680" y="4526280"/>
            <a:ext cx="475488" cy="329184"/>
          </a:xfrm>
          <a:prstGeom prst="roundRect">
            <a:avLst>
              <a:gd name="adj" fmla="val 13889"/>
            </a:avLst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59486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554480" y="451713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437"/>
                </a:solidFill>
              </a:rPr>
              <a:t>6. 最终结论与建议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109728" cy="329184"/>
          </a:xfrm>
          <a:prstGeom prst="rect">
            <a:avLst/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68D3"/>
                </a:solidFill>
              </a:rPr>
              <a:t>1. 测试范围与数据口径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0" y="3200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68D3"/>
                </a:solidFill>
              </a:rPr>
              <a:t>Opentrons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168D3"/>
                </a:solidFill>
              </a:rPr>
              <a:t>Opentrons 2026 - P1000H Lifetime / Aging Test | 3/8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685800" y="1024128"/>
            <a:ext cx="662940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F3437"/>
                </a:solidFill>
              </a:rPr>
              <a:t>测试范围与数据口径：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F3437"/>
                </a:solidFill>
              </a:rPr>
              <a:t>• 样本：5 台 P1KH 96-channel P1000H 移液器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F3437"/>
                </a:solidFill>
              </a:rPr>
              <a:t>• 老化终点：1,020,000 cycles，约 392.3% life，状态均为 Finish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F3437"/>
                </a:solidFill>
              </a:rPr>
              <a:t>• 分析项：Optical CV、worst-channel CV、LOW %D / fail / note 异常记录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F3437"/>
                </a:solidFill>
              </a:rPr>
              <a:t>• 排除项：Pressure 测试结果不纳入本次老化结论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F3437"/>
                </a:solidFill>
              </a:rPr>
              <a:t>• 数据来源：Google Sheet 及其引用链接内的测试数据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543800" y="1024128"/>
            <a:ext cx="3520440" cy="1225296"/>
          </a:xfrm>
          <a:prstGeom prst="roundRect">
            <a:avLst>
              <a:gd name="adj" fmla="val 4478"/>
            </a:avLst>
          </a:prstGeom>
          <a:solidFill>
            <a:srgbClr val="F8FB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54112" y="12252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68D3"/>
                </a:solidFill>
              </a:rPr>
              <a:t>判定提醒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54112" y="1536192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F3437"/>
                </a:solidFill>
              </a:rPr>
              <a:t>完成 aging 不等于无异常通过。最终 acceptance 仍需关闭非 Pressure 异常，并确认 optical / aspiration 判定标准。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8953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样本数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58952" y="410565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 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907792" y="379476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0F6B8A"/>
          </a:solidFill>
          <a:ln w="12700">
            <a:solidFill>
              <a:srgbClr val="0F6B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80944" y="38953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老化终点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80944" y="410565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1,020,000 cycles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29784" y="379476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02936" y="38953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Life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02936" y="410565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392.3%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51776" y="379476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3895344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状态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24928" y="410565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Finish x5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109728" cy="329184"/>
          </a:xfrm>
          <a:prstGeom prst="rect">
            <a:avLst/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68D3"/>
                </a:solidFill>
              </a:rPr>
              <a:t>2. 总体老化结果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0" y="3200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68D3"/>
                </a:solidFill>
              </a:rPr>
              <a:t>Opentrons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168D3"/>
                </a:solidFill>
              </a:rPr>
              <a:t>Opentrons 2026 - P1000H Lifetime / Aging Test | 4/8</a:t>
            </a:r>
            <a:endParaRPr lang="en-US" sz="650" dirty="0"/>
          </a:p>
        </p:txBody>
      </p:sp>
      <p:pic>
        <p:nvPicPr>
          <p:cNvPr id="6" name="Image 0" descr="/Users/yew/opentrons/slides_latest_c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22960"/>
            <a:ext cx="1120140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109728" cy="329184"/>
          </a:xfrm>
          <a:prstGeom prst="rect">
            <a:avLst/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68D3"/>
                </a:solidFill>
              </a:rPr>
              <a:t>3. CV 峰值与通道风险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0" y="3200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68D3"/>
                </a:solidFill>
              </a:rPr>
              <a:t>Opentrons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168D3"/>
                </a:solidFill>
              </a:rPr>
              <a:t>Opentrons 2026 - P1000H Lifetime / Aging Test | 5/8</a:t>
            </a:r>
            <a:endParaRPr lang="en-US" sz="650" dirty="0"/>
          </a:p>
        </p:txBody>
      </p:sp>
      <p:pic>
        <p:nvPicPr>
          <p:cNvPr id="6" name="Image 0" descr="/Users/yew/opentrons/slides_max_cv_wor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22960"/>
            <a:ext cx="1120140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109728" cy="329184"/>
          </a:xfrm>
          <a:prstGeom prst="rect">
            <a:avLst/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68D3"/>
                </a:solidFill>
              </a:rPr>
              <a:t>4. 每台移液器分析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0" y="3200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68D3"/>
                </a:solidFill>
              </a:rPr>
              <a:t>Opentrons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168D3"/>
                </a:solidFill>
              </a:rPr>
              <a:t>Opentrons 2026 - P1000H Lifetime / Aging Test | 6/8</a:t>
            </a:r>
            <a:endParaRPr lang="en-US" sz="650" dirty="0"/>
          </a:p>
        </p:txBody>
      </p:sp>
      <p:pic>
        <p:nvPicPr>
          <p:cNvPr id="6" name="Image 0" descr="/Users/yew/opentrons/slides_per_pipette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777240"/>
            <a:ext cx="11384280" cy="5998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109728" cy="329184"/>
          </a:xfrm>
          <a:prstGeom prst="rect">
            <a:avLst/>
          </a:prstGeom>
          <a:solidFill>
            <a:srgbClr val="2168D3"/>
          </a:solidFill>
          <a:ln w="12700">
            <a:solidFill>
              <a:srgbClr val="2168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68D3"/>
                </a:solidFill>
              </a:rPr>
              <a:t>5. 风险排序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966960" y="3200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168D3"/>
                </a:solidFill>
              </a:rPr>
              <a:t>Opentrons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168D3"/>
                </a:solidFill>
              </a:rPr>
              <a:t>Opentrons 2026 - P1000H Lifetime / Aging Test | 7/8</a:t>
            </a:r>
            <a:endParaRPr lang="en-US" sz="650" dirty="0"/>
          </a:p>
        </p:txBody>
      </p:sp>
      <p:pic>
        <p:nvPicPr>
          <p:cNvPr id="6" name="Image 0" descr="/Users/yew/opentrons/slides_risk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22960"/>
            <a:ext cx="11201400" cy="5897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437"/>
                </a:solidFill>
              </a:rPr>
              <a:t>最终结论与建议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4754880" cy="0"/>
          </a:xfrm>
          <a:prstGeom prst="line">
            <a:avLst/>
          </a:prstGeom>
          <a:noFill/>
          <a:ln w="25400">
            <a:solidFill>
              <a:srgbClr val="2168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72768"/>
            <a:ext cx="106527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F3437"/>
                </a:solidFill>
              </a:rPr>
              <a:t>最终结论：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437"/>
                </a:solidFill>
              </a:rPr>
              <a:t>• 5 台移液器均完成 1,020,000 cycles（392.3% life），状态均为 Finish。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437"/>
                </a:solidFill>
              </a:rPr>
              <a:t>• 本报告不分析 Pressure；结论基于 Optical、LOW %D、fail / note 等非 Pressure 记录。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437"/>
                </a:solidFill>
              </a:rPr>
              <a:t>• 不能直接判定为“无异常通过”：0624A05、0624A04、1217A05 仍需重点关闭。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437"/>
                </a:solidFill>
              </a:rPr>
              <a:t>建议行动：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437"/>
                </a:solidFill>
              </a:rPr>
              <a:t>1. 0624A05：优先复测 1020k optical，确认 plate 1-3 高 CV。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437"/>
                </a:solidFill>
              </a:rPr>
              <a:t>2. 0624A04：关闭 520k 油漏 / sensor error 根因，并追踪 LOW %D 历史记录。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437"/>
                </a:solidFill>
              </a:rPr>
              <a:t>3. 1217A05：保留 175% fail 结论，排查 C5/C7 低吸液。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437"/>
                </a:solidFill>
              </a:rPr>
              <a:t>4. 0624A01：持续监控 H1/G12 与历史高 CV；0311A04 可作为稳定参考样本。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6510528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168D3"/>
                </a:solidFill>
              </a:rPr>
              <a:t>Opentrons 2026 - P1000H Lifetime / Aging Test | 8/8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Opentrons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P1000H LifeTime Report 2026-06-03</dc:title>
  <dc:subject>P1KH 96-Channel P1000H Aging Test Analysis</dc:subject>
  <dc:creator>Codex</dc:creator>
  <cp:lastModifiedBy>Codex</cp:lastModifiedBy>
  <cp:revision>1</cp:revision>
  <dcterms:created xsi:type="dcterms:W3CDTF">2026-06-03T06:58:41Z</dcterms:created>
  <dcterms:modified xsi:type="dcterms:W3CDTF">2026-06-03T06:58:41Z</dcterms:modified>
</cp:coreProperties>
</file>